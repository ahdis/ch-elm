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0" r:id="rId4"/>
    <p:sldMasterId id="2147483856" r:id="rId5"/>
    <p:sldMasterId id="2147483669" r:id="rId6"/>
    <p:sldMasterId id="2147483880" r:id="rId7"/>
  </p:sldMasterIdLst>
  <p:notesMasterIdLst>
    <p:notesMasterId r:id="rId16"/>
  </p:notesMasterIdLst>
  <p:sldIdLst>
    <p:sldId id="1438" r:id="rId8"/>
    <p:sldId id="267" r:id="rId9"/>
    <p:sldId id="1453" r:id="rId10"/>
    <p:sldId id="1433" r:id="rId11"/>
    <p:sldId id="1440" r:id="rId12"/>
    <p:sldId id="1439" r:id="rId13"/>
    <p:sldId id="1436" r:id="rId14"/>
    <p:sldId id="1437" r:id="rId15"/>
  </p:sldIdLst>
  <p:sldSz cx="12207875" cy="6858000"/>
  <p:notesSz cx="7027863" cy="9313863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urrent images" id="{EED7A4F2-97B8-4A3D-9D9F-A719FCFFE7C9}">
          <p14:sldIdLst>
            <p14:sldId id="1438"/>
            <p14:sldId id="267"/>
            <p14:sldId id="1453"/>
          </p14:sldIdLst>
        </p14:section>
        <p14:section name="Older versions" id="{ADFD84F6-B6A9-45AB-8BE6-DDB46236FF33}">
          <p14:sldIdLst>
            <p14:sldId id="1433"/>
            <p14:sldId id="1440"/>
            <p14:sldId id="1439"/>
            <p14:sldId id="1436"/>
            <p14:sldId id="14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40" userDrawn="1">
          <p15:clr>
            <a:srgbClr val="A4A3A4"/>
          </p15:clr>
        </p15:guide>
        <p15:guide id="2" pos="2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er Egger" initials="O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A335"/>
    <a:srgbClr val="AE242E"/>
    <a:srgbClr val="F5F5F5"/>
    <a:srgbClr val="FBFF12"/>
    <a:srgbClr val="FC8581"/>
    <a:srgbClr val="CFFB8A"/>
    <a:srgbClr val="75A4F0"/>
    <a:srgbClr val="FEFFE6"/>
    <a:srgbClr val="00A139"/>
    <a:srgbClr val="00A4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24" autoAdjust="0"/>
    <p:restoredTop sz="84908" autoAdjust="0"/>
  </p:normalViewPr>
  <p:slideViewPr>
    <p:cSldViewPr snapToGrid="0" snapToObjects="1">
      <p:cViewPr varScale="1">
        <p:scale>
          <a:sx n="66" d="100"/>
          <a:sy n="66" d="100"/>
        </p:scale>
        <p:origin x="744" y="16"/>
      </p:cViewPr>
      <p:guideLst>
        <p:guide orient="horz" pos="640"/>
        <p:guide pos="2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5" d="100"/>
        <a:sy n="155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2512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6173" cy="4657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80049" y="1"/>
            <a:ext cx="3046173" cy="4657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231E88E2-1E29-469C-B6A0-762B49A9F0A0}" type="datetimeFigureOut">
              <a:rPr lang="de-CH"/>
              <a:pPr>
                <a:defRPr/>
              </a:pPr>
              <a:t>02.12.2025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04813" y="698500"/>
            <a:ext cx="6218237" cy="3494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CH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2459" y="4424048"/>
            <a:ext cx="5622947" cy="41919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846597"/>
            <a:ext cx="3046173" cy="4657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80049" y="8846597"/>
            <a:ext cx="3046173" cy="4657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E3A4D74-8AB3-4782-8193-8B0B8D7F57EA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0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13.10.2023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EA95F-46FE-D741-9DBA-E5C52A8FA4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3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EA95F-46FE-D741-9DBA-E5C52A8FA4A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314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C946F-C9B2-9B49-8DCA-D38D97C43A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18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Outdated 13.10.2023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EA95F-46FE-D741-9DBA-E5C52A8FA4A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405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Outdated 01.09.2023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EA95F-46FE-D741-9DBA-E5C52A8FA4A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047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Aug. 2023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EA95F-46FE-D741-9DBA-E5C52A8FA4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79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Aug. 2023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EA95F-46FE-D741-9DBA-E5C52A8FA4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24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0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7875" cy="685800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767762" y="5703521"/>
            <a:ext cx="9155906" cy="389304"/>
          </a:xfrm>
        </p:spPr>
        <p:txBody>
          <a:bodyPr anchor="t" anchorCtr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Master-Untertitelformat bearbeiten</a:t>
            </a:r>
            <a:endParaRPr lang="de-DE" dirty="0"/>
          </a:p>
        </p:txBody>
      </p:sp>
      <p:sp>
        <p:nvSpPr>
          <p:cNvPr id="17" name="Titel 16"/>
          <p:cNvSpPr>
            <a:spLocks noGrp="1"/>
          </p:cNvSpPr>
          <p:nvPr>
            <p:ph type="title"/>
          </p:nvPr>
        </p:nvSpPr>
        <p:spPr>
          <a:xfrm>
            <a:off x="767761" y="4295409"/>
            <a:ext cx="10930676" cy="1285875"/>
          </a:xfrm>
        </p:spPr>
        <p:txBody>
          <a:bodyPr lIns="0" tIns="0" rIns="0" bIns="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2" name="Fußzeilenplatzhalt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Ahdis gmbh, zürich, switzerland, </a:t>
            </a:r>
            <a:r>
              <a:rPr lang="de-CH"/>
              <a:t>27/11/2015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3608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67761" y="1836001"/>
            <a:ext cx="10930676" cy="705319"/>
          </a:xfrm>
        </p:spPr>
        <p:txBody>
          <a:bodyPr lIns="0" tIns="0" rIns="0" bIns="0" anchor="t" anchorCtr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CH" dirty="0" err="1"/>
              <a:t>kapiteltitel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67761" y="404814"/>
            <a:ext cx="10930676" cy="331457"/>
          </a:xfrm>
        </p:spPr>
        <p:txBody>
          <a:bodyPr lIns="0" tIns="0" rIns="0" bIns="0"/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 err="1"/>
              <a:t>kapitelname</a:t>
            </a:r>
            <a:endParaRPr lang="de-DE" dirty="0"/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67761" y="2541319"/>
            <a:ext cx="10930676" cy="236319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 err="1"/>
              <a:t>kapiteluntertitel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1456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767763" y="1836000"/>
            <a:ext cx="3316311" cy="412430"/>
          </a:xfrm>
        </p:spPr>
        <p:txBody>
          <a:bodyPr lIns="0" tIns="0" rIns="0" bIns="0" anchor="t" anchorCtr="0">
            <a:normAutofit/>
          </a:bodyPr>
          <a:lstStyle>
            <a:lvl1pPr>
              <a:defRPr sz="2400" b="0" i="0" baseline="0">
                <a:solidFill>
                  <a:schemeClr val="tx2"/>
                </a:solidFill>
              </a:defRPr>
            </a:lvl1pPr>
          </a:lstStyle>
          <a:p>
            <a:r>
              <a:rPr lang="de-CH" dirty="0"/>
              <a:t>Titel</a:t>
            </a:r>
            <a:endParaRPr lang="de-DE" dirty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464599" y="1836000"/>
            <a:ext cx="7226667" cy="4339950"/>
          </a:xfrm>
        </p:spPr>
        <p:txBody>
          <a:bodyPr lIns="0" tIns="0" rIns="0" bIns="0">
            <a:normAutofit/>
          </a:bodyPr>
          <a:lstStyle>
            <a:lvl1pPr>
              <a:defRPr sz="2800" baseline="0"/>
            </a:lvl1pPr>
            <a:lvl2pPr>
              <a:defRPr sz="2800" baseline="0"/>
            </a:lvl2pPr>
            <a:lvl3pPr>
              <a:defRPr sz="2800" baseline="0"/>
            </a:lvl3pPr>
            <a:lvl4pPr>
              <a:defRPr sz="2800" baseline="0"/>
            </a:lvl4pPr>
            <a:lvl5pPr>
              <a:defRPr sz="28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  <a:endParaRPr lang="de-DE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767761" y="2248430"/>
            <a:ext cx="3316311" cy="3844394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CH" dirty="0"/>
              <a:t>Mastertextformat bearbeiten</a:t>
            </a:r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67761" y="404814"/>
            <a:ext cx="10930676" cy="331457"/>
          </a:xfrm>
        </p:spPr>
        <p:txBody>
          <a:bodyPr lIns="0" tIns="0" rIns="0" bIns="0"/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 err="1"/>
              <a:t>kapitelname</a:t>
            </a:r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Ahdis gmbh, zürich, switzerland, </a:t>
            </a:r>
            <a:r>
              <a:rPr lang="de-CH"/>
              <a:t>27/11/2015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7121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767763" y="1836000"/>
            <a:ext cx="3316311" cy="412430"/>
          </a:xfrm>
        </p:spPr>
        <p:txBody>
          <a:bodyPr lIns="0" tIns="0" rIns="0" bIns="0" anchor="t" anchorCtr="0">
            <a:normAutofit/>
          </a:bodyPr>
          <a:lstStyle>
            <a:lvl1pPr>
              <a:defRPr sz="2400" b="0" i="0" baseline="0">
                <a:solidFill>
                  <a:schemeClr val="tx2"/>
                </a:solidFill>
              </a:defRPr>
            </a:lvl1pPr>
          </a:lstStyle>
          <a:p>
            <a:r>
              <a:rPr lang="de-CH" dirty="0"/>
              <a:t>Titel</a:t>
            </a:r>
            <a:endParaRPr lang="de-DE" dirty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464600" y="1836001"/>
            <a:ext cx="3316311" cy="4256825"/>
          </a:xfrm>
        </p:spPr>
        <p:txBody>
          <a:bodyPr lIns="0" tIns="0" rIns="0" bIns="0"/>
          <a:lstStyle>
            <a:lvl1pPr>
              <a:defRPr sz="2800" baseline="0"/>
            </a:lvl1pPr>
            <a:lvl2pPr>
              <a:defRPr sz="2800"/>
            </a:lvl2pPr>
            <a:lvl3pPr>
              <a:defRPr sz="2400"/>
            </a:lvl3pPr>
            <a:lvl4pPr>
              <a:defRPr sz="2400" baseline="0"/>
            </a:lvl4pPr>
            <a:lvl5pPr>
              <a:defRPr sz="24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  <a:endParaRPr lang="de-DE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767761" y="2248430"/>
            <a:ext cx="3316311" cy="3844394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CH" dirty="0"/>
              <a:t>Mastertextformat bearbeiten</a:t>
            </a:r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67761" y="404814"/>
            <a:ext cx="10930676" cy="331457"/>
          </a:xfrm>
        </p:spPr>
        <p:txBody>
          <a:bodyPr lIns="0" tIns="0" rIns="0" bIns="0"/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 err="1"/>
              <a:t>kapitelname</a:t>
            </a:r>
            <a:endParaRPr lang="de-DE" dirty="0"/>
          </a:p>
        </p:txBody>
      </p:sp>
      <p:sp>
        <p:nvSpPr>
          <p:cNvPr id="10" name="Inhaltsplatzhalter 2"/>
          <p:cNvSpPr>
            <a:spLocks noGrp="1"/>
          </p:cNvSpPr>
          <p:nvPr>
            <p:ph idx="12"/>
          </p:nvPr>
        </p:nvSpPr>
        <p:spPr>
          <a:xfrm>
            <a:off x="8161438" y="1836001"/>
            <a:ext cx="3316311" cy="4256825"/>
          </a:xfrm>
        </p:spPr>
        <p:txBody>
          <a:bodyPr lIns="0" tIns="0" rIns="0" bIns="0"/>
          <a:lstStyle>
            <a:lvl1pPr>
              <a:defRPr sz="2800" baseline="0"/>
            </a:lvl1pPr>
            <a:lvl2pPr>
              <a:defRPr sz="2800"/>
            </a:lvl2pPr>
            <a:lvl3pPr>
              <a:defRPr sz="2400"/>
            </a:lvl3pPr>
            <a:lvl4pPr>
              <a:defRPr sz="2400" baseline="0"/>
            </a:lvl4pPr>
            <a:lvl5pPr>
              <a:defRPr sz="24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  <a:endParaRPr lang="de-DE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Ahdis gmbh, zürich, switzerland, </a:t>
            </a:r>
            <a:r>
              <a:rPr lang="de-CH"/>
              <a:t>27/11/2015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517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767761" y="404814"/>
            <a:ext cx="10930676" cy="331457"/>
          </a:xfrm>
        </p:spPr>
        <p:txBody>
          <a:bodyPr lIns="0" tIns="0" rIns="0" bIns="0"/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CH" dirty="0" err="1"/>
              <a:t>kapitelname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Ahdis gmbh, zürich, switzerland, </a:t>
            </a:r>
            <a:r>
              <a:rPr lang="de-CH"/>
              <a:t>27/11/2015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109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9291" y="6356353"/>
            <a:ext cx="2746772" cy="365125"/>
          </a:xfrm>
          <a:prstGeom prst="rect">
            <a:avLst/>
          </a:prstGeom>
        </p:spPr>
        <p:txBody>
          <a:bodyPr/>
          <a:lstStyle/>
          <a:p>
            <a:fld id="{A89BCF51-593E-EB4F-A930-8D102F58E52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https://sourceforge.net/p/ehealthconnector/wiki/Master%20Patient%20Index%20Client/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1812" y="6356353"/>
            <a:ext cx="2746772" cy="365125"/>
          </a:xfrm>
          <a:prstGeom prst="rect">
            <a:avLst/>
          </a:prstGeom>
        </p:spPr>
        <p:txBody>
          <a:bodyPr/>
          <a:lstStyle/>
          <a:p>
            <a:fld id="{65CDC70E-0513-1E4E-82F7-C4AC50CD6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18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auto">
          <a:xfrm>
            <a:off x="10515834" y="5565993"/>
            <a:ext cx="1345899" cy="9361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338" y="4406902"/>
            <a:ext cx="1037669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4338" y="2906713"/>
            <a:ext cx="10376694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13" descr="HL7 International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1933" y="304800"/>
            <a:ext cx="14814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835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772DE4-7B37-4BBF-9A7D-6A9C4C776CAE}"/>
              </a:ext>
            </a:extLst>
          </p:cNvPr>
          <p:cNvSpPr/>
          <p:nvPr/>
        </p:nvSpPr>
        <p:spPr>
          <a:xfrm>
            <a:off x="0" y="967317"/>
            <a:ext cx="12207875" cy="312420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A8297D7-F64D-40E5-9A05-32B16C0C7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CBA1A-7FAD-4191-9B4F-C104C0F01C31}"/>
              </a:ext>
            </a:extLst>
          </p:cNvPr>
          <p:cNvCxnSpPr/>
          <p:nvPr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36367C-A9EE-4A42-8187-82709238888C}"/>
              </a:ext>
            </a:extLst>
          </p:cNvPr>
          <p:cNvCxnSpPr/>
          <p:nvPr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6E5EE3-C0A6-45E3-B498-80B24E58FEBC}"/>
              </a:ext>
            </a:extLst>
          </p:cNvPr>
          <p:cNvCxnSpPr/>
          <p:nvPr/>
        </p:nvCxnSpPr>
        <p:spPr>
          <a:xfrm>
            <a:off x="610394" y="1454151"/>
            <a:ext cx="0" cy="2150533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338" y="1173980"/>
            <a:ext cx="10762457" cy="2710827"/>
          </a:xfrm>
        </p:spPr>
        <p:txBody>
          <a:bodyPr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cap="all" spc="16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70F17B-552A-4993-A6F0-1A6FE33587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</a:t>
            </a:r>
            <a:r>
              <a:rPr lang="en-CA" b="1" err="1"/>
              <a:t>Unported</a:t>
            </a:r>
            <a:r>
              <a:rPr lang="en-CA" b="1"/>
              <a:t> license</a:t>
            </a:r>
            <a:endParaRPr lang="en-US" b="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0BA930-B0EF-47CE-BD25-2934A0B21E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FFAF6C-E531-4263-8B2F-5108DADF2807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BCCE22E-B8DD-4202-B231-D694FC6E58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418CBC-F9C2-4E25-B898-AC26A9D6E395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EDE521-8A7A-4F74-9337-2AAF56570CD1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309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sfolie_1-zeilig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c.hert\Desktop\Logo_LEP_rgb_18x18m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4162" y="358776"/>
            <a:ext cx="862606" cy="64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platzhalter 6"/>
          <p:cNvSpPr txBox="1">
            <a:spLocks/>
          </p:cNvSpPr>
          <p:nvPr userDrawn="1"/>
        </p:nvSpPr>
        <p:spPr>
          <a:xfrm>
            <a:off x="483960" y="6598843"/>
            <a:ext cx="11242807" cy="13062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268288" algn="l" defTabSz="1043056" rtl="0" eaLnBrk="1" latinLnBrk="0" hangingPunct="1">
              <a:lnSpc>
                <a:spcPts val="2200"/>
              </a:lnSpc>
              <a:spcBef>
                <a:spcPct val="20000"/>
              </a:spcBef>
              <a:buClr>
                <a:srgbClr val="8B8B8B"/>
              </a:buClr>
              <a:buFont typeface="Wingdings" pitchFamily="2" charset="2"/>
              <a:buChar char=""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266700" algn="l" defTabSz="1043056" rtl="0" eaLnBrk="1" latinLnBrk="0" hangingPunct="1">
              <a:lnSpc>
                <a:spcPts val="2200"/>
              </a:lnSpc>
              <a:spcBef>
                <a:spcPct val="20000"/>
              </a:spcBef>
              <a:buClr>
                <a:schemeClr val="bg1">
                  <a:lumMod val="75000"/>
                </a:schemeClr>
              </a:buClr>
              <a:buFont typeface="Wingdings" pitchFamily="2" charset="2"/>
              <a:buChar char=""/>
              <a:defRPr lang="de-DE" sz="15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2675" indent="-280988" algn="l" defTabSz="1043056" rtl="0" eaLnBrk="1" latinLnBrk="0" hangingPunct="1">
              <a:lnSpc>
                <a:spcPts val="2200"/>
              </a:lnSpc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Wingdings" pitchFamily="2" charset="2"/>
              <a:buChar char=""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963" indent="-268288" algn="l" defTabSz="1043056" rtl="0" eaLnBrk="1" latinLnBrk="0" hangingPunct="1">
              <a:lnSpc>
                <a:spcPts val="2200"/>
              </a:lnSpc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Wingdings" pitchFamily="2" charset="2"/>
              <a:buChar char=""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68404" indent="-260764" algn="l" defTabSz="104305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932" indent="-260764" algn="l" defTabSz="104305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1460" indent="-260764" algn="l" defTabSz="104305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988" indent="-260764" algn="l" defTabSz="104305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2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700" b="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©</a:t>
            </a:r>
            <a:r>
              <a:rPr lang="de-CH" sz="700" b="0" i="0" u="none" strike="noStrik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fld id="{472DBEA2-7265-49BF-BC2E-8425D38D6D23}" type="datetime1">
              <a:rPr lang="de-CH" sz="700" b="0" i="0" u="none" strike="noStrike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 marL="0" marR="0" indent="0" algn="l" defTabSz="914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02.12.2025</a:t>
            </a:fld>
            <a:r>
              <a:rPr lang="de-CH" sz="700" b="0" i="0" u="none" strike="noStrike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LEP AG, Blarerstrasse 7, CH-9000 St. Gallen </a:t>
            </a:r>
            <a:r>
              <a:rPr lang="de-DE" sz="700">
                <a:solidFill>
                  <a:schemeClr val="tx1"/>
                </a:solidFill>
                <a:latin typeface="+mn-lt"/>
              </a:rPr>
              <a:t>/ Seite </a:t>
            </a:r>
            <a:fld id="{06E53DDD-E3E3-564C-9207-9126781B50C5}" type="slidenum">
              <a:rPr lang="de-CH" sz="700" smtClean="0">
                <a:solidFill>
                  <a:schemeClr val="tx1"/>
                </a:solidFill>
                <a:latin typeface="+mn-lt"/>
              </a:rPr>
              <a:pPr marL="0" marR="0" indent="0" algn="l" defTabSz="9142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de-CH" sz="70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477741" y="6501793"/>
            <a:ext cx="112490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2"/>
          <p:cNvSpPr>
            <a:spLocks noGrp="1"/>
          </p:cNvSpPr>
          <p:nvPr>
            <p:ph type="title" hasCustomPrompt="1"/>
          </p:nvPr>
        </p:nvSpPr>
        <p:spPr>
          <a:xfrm>
            <a:off x="483229" y="685870"/>
            <a:ext cx="10269343" cy="482305"/>
          </a:xfrm>
          <a:prstGeom prst="rect">
            <a:avLst/>
          </a:prstGeom>
        </p:spPr>
        <p:txBody>
          <a:bodyPr vert="horz" lIns="0" tIns="0" rIns="0" bIns="0"/>
          <a:lstStyle>
            <a:lvl1pPr>
              <a:defRPr sz="2600" baseline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r>
              <a:rPr lang="de-CH" dirty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540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693" y="1828800"/>
            <a:ext cx="11190552" cy="381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05197" y="304800"/>
            <a:ext cx="0" cy="1219200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2">
            <a:extLst>
              <a:ext uri="{FF2B5EF4-FFF2-40B4-BE49-F238E27FC236}">
                <a16:creationId xmlns:a16="http://schemas.microsoft.com/office/drawing/2014/main" id="{46D4CA61-9C5C-D14C-823C-8AF19EFF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1F38CD58-3862-8E4D-A1B5-814AABC65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708CFB1-BBD0-794A-8886-7980C5ED7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kern="0"/>
              <a:t>® Health Level Seven and HL7 are registered trademarks of Health Level Seven International, registered with the United States Patent and Trademark Office.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BE07058-88F0-DD43-8B26-97F8D1D1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FDF0E-2772-4D89-9F72-F3CB15D8B8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10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662" y="1828800"/>
            <a:ext cx="11190552" cy="4624536"/>
          </a:xfrm>
        </p:spPr>
        <p:txBody>
          <a:bodyPr/>
          <a:lstStyle>
            <a:lvl1pPr marL="0" indent="0">
              <a:buNone/>
              <a:defRPr sz="1400">
                <a:latin typeface="Consolas" pitchFamily="49" charset="0"/>
                <a:cs typeface="Consolas" pitchFamily="49" charset="0"/>
              </a:defRPr>
            </a:lvl1pPr>
            <a:lvl2pPr marL="457200" indent="0">
              <a:buNone/>
              <a:defRPr sz="1400">
                <a:latin typeface="Consolas" pitchFamily="49" charset="0"/>
                <a:cs typeface="Consolas" pitchFamily="49" charset="0"/>
              </a:defRPr>
            </a:lvl2pPr>
            <a:lvl3pPr marL="914400" indent="0">
              <a:buNone/>
              <a:defRPr sz="1400">
                <a:latin typeface="Consolas" pitchFamily="49" charset="0"/>
                <a:cs typeface="Consolas" pitchFamily="49" charset="0"/>
              </a:defRPr>
            </a:lvl3pPr>
            <a:lvl4pPr marL="1371600" indent="0">
              <a:buNone/>
              <a:defRPr sz="1400">
                <a:latin typeface="Consolas" pitchFamily="49" charset="0"/>
                <a:cs typeface="Consolas" pitchFamily="49" charset="0"/>
              </a:defRPr>
            </a:lvl4pPr>
            <a:lvl5pPr marL="1828800" indent="0">
              <a:buNone/>
              <a:defRPr sz="1400">
                <a:latin typeface="Consolas" pitchFamily="49" charset="0"/>
                <a:cs typeface="Consolas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0569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 userDrawn="1"/>
        </p:nvSpPr>
        <p:spPr bwMode="auto">
          <a:xfrm>
            <a:off x="10516576" y="5565776"/>
            <a:ext cx="1345834" cy="9366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CA" altLang="de-DE" sz="2400"/>
          </a:p>
        </p:txBody>
      </p:sp>
      <p:pic>
        <p:nvPicPr>
          <p:cNvPr id="5" name="Picture 13" descr="HL7 International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363" y="304800"/>
            <a:ext cx="148147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338" y="4406901"/>
            <a:ext cx="1037669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4338" y="2906713"/>
            <a:ext cx="10376694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6102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03465" y="152400"/>
            <a:ext cx="11800946" cy="6477000"/>
            <a:chOff x="240" y="288"/>
            <a:chExt cx="5290" cy="350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blackWhite">
            <a:xfrm>
              <a:off x="240" y="288"/>
              <a:ext cx="5290" cy="3504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de-DE" altLang="de-DE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85" y="336"/>
              <a:ext cx="5184" cy="3408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de-DE" altLang="de-DE" sz="2400">
                <a:latin typeface="Times New Roman" panose="02020603050405020304" pitchFamily="18" charset="0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576" y="2256"/>
              <a:ext cx="460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CH" sz="2400"/>
            </a:p>
          </p:txBody>
        </p:sp>
      </p:grp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0" y="6629400"/>
            <a:ext cx="122078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800" b="1"/>
              <a:t>       © 2015 HL7 ® International. Licensed under Creative Commons. HL7 &amp; Health Level Seven are registered trademarks of Health Level Seven International. Reg. U.S. TM Office.</a:t>
            </a:r>
          </a:p>
        </p:txBody>
      </p:sp>
      <p:pic>
        <p:nvPicPr>
          <p:cNvPr id="9" name="Picture 13" descr="HL7 International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363" y="304800"/>
            <a:ext cx="148147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55907" y="260350"/>
            <a:ext cx="2717100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 descr="Creative Commons Licence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7855" y="6192839"/>
            <a:ext cx="111905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627717" y="838200"/>
            <a:ext cx="9054174" cy="2559050"/>
          </a:xfrm>
        </p:spPr>
        <p:txBody>
          <a:bodyPr anchorCtr="1"/>
          <a:lstStyle>
            <a:lvl1pPr algn="ctr">
              <a:defRPr sz="5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831181" y="3962400"/>
            <a:ext cx="8545513" cy="187325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20612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7875" cy="685800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767762" y="5703521"/>
            <a:ext cx="9155906" cy="389304"/>
          </a:xfrm>
        </p:spPr>
        <p:txBody>
          <a:bodyPr anchor="t" anchorCtr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Master-Untertitelformat bearbeiten</a:t>
            </a:r>
            <a:endParaRPr lang="de-DE" dirty="0"/>
          </a:p>
        </p:txBody>
      </p:sp>
      <p:sp>
        <p:nvSpPr>
          <p:cNvPr id="17" name="Titel 16"/>
          <p:cNvSpPr>
            <a:spLocks noGrp="1"/>
          </p:cNvSpPr>
          <p:nvPr>
            <p:ph type="title"/>
          </p:nvPr>
        </p:nvSpPr>
        <p:spPr>
          <a:xfrm>
            <a:off x="767761" y="4295409"/>
            <a:ext cx="10930676" cy="1285875"/>
          </a:xfrm>
        </p:spPr>
        <p:txBody>
          <a:bodyPr lIns="0" tIns="0" rIns="0" bIns="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2" name="Fußzeilenplatzhalt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Ahdis gmbh, zürich, switzerland, </a:t>
            </a:r>
            <a:r>
              <a:rPr lang="de-CH"/>
              <a:t>27/11/2015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9984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</a:t>
            </a:r>
            <a:r>
              <a:rPr lang="en-CA" b="1" err="1"/>
              <a:t>Unported</a:t>
            </a:r>
            <a:r>
              <a:rPr lang="en-CA" b="1"/>
              <a:t> license</a:t>
            </a:r>
            <a:endParaRPr lang="en-US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0698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9524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672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71736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002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45146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21902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42994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772DE4-7B37-4BBF-9A7D-6A9C4C776CAE}"/>
              </a:ext>
            </a:extLst>
          </p:cNvPr>
          <p:cNvSpPr/>
          <p:nvPr/>
        </p:nvSpPr>
        <p:spPr>
          <a:xfrm>
            <a:off x="0" y="967317"/>
            <a:ext cx="12207875" cy="312420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A8297D7-F64D-40E5-9A05-32B16C0C7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CBA1A-7FAD-4191-9B4F-C104C0F01C31}"/>
              </a:ext>
            </a:extLst>
          </p:cNvPr>
          <p:cNvCxnSpPr/>
          <p:nvPr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36367C-A9EE-4A42-8187-82709238888C}"/>
              </a:ext>
            </a:extLst>
          </p:cNvPr>
          <p:cNvCxnSpPr/>
          <p:nvPr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6E5EE3-C0A6-45E3-B498-80B24E58FEBC}"/>
              </a:ext>
            </a:extLst>
          </p:cNvPr>
          <p:cNvCxnSpPr/>
          <p:nvPr/>
        </p:nvCxnSpPr>
        <p:spPr>
          <a:xfrm>
            <a:off x="610394" y="1454151"/>
            <a:ext cx="0" cy="2150533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338" y="1173980"/>
            <a:ext cx="10762457" cy="2710827"/>
          </a:xfrm>
        </p:spPr>
        <p:txBody>
          <a:bodyPr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cap="all" spc="16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70F17B-552A-4993-A6F0-1A6FE33587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0BA930-B0EF-47CE-BD25-2934A0B21E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FFAF6C-E531-4263-8B2F-5108DADF2807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BCCE22E-B8DD-4202-B231-D694FC6E58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418CBC-F9C2-4E25-B898-AC26A9D6E395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EDE521-8A7A-4F74-9337-2AAF56570CD1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9895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67144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0225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1809747"/>
            <a:ext cx="10986130" cy="4131707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CA" b="1"/>
              <a:t>© 2018 Health Level Seven ® International. All Rights Reserved. Published under the Creative Commons 3.0 Attribution Unported license</a:t>
            </a:r>
            <a:endParaRPr lang="en-US" b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C04966-E497-4B50-BE75-B3F1857705DF}"/>
              </a:ext>
            </a:extLst>
          </p:cNvPr>
          <p:cNvGrpSpPr/>
          <p:nvPr userDrawn="1"/>
        </p:nvGrpSpPr>
        <p:grpSpPr>
          <a:xfrm>
            <a:off x="10900191" y="6184901"/>
            <a:ext cx="1015244" cy="617348"/>
            <a:chOff x="6630283" y="795070"/>
            <a:chExt cx="2056517" cy="12521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B4C12C-0A10-43BB-920A-D35F65D1F3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71" t="19101" r="26890" b="29814"/>
            <a:stretch/>
          </p:blipFill>
          <p:spPr>
            <a:xfrm>
              <a:off x="6630283" y="795070"/>
              <a:ext cx="2034746" cy="125215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9DC9E0-0C20-45E5-9B0A-A7AAECFAB488}"/>
                </a:ext>
              </a:extLst>
            </p:cNvPr>
            <p:cNvSpPr txBox="1"/>
            <p:nvPr userDrawn="1"/>
          </p:nvSpPr>
          <p:spPr>
            <a:xfrm>
              <a:off x="7192851" y="863725"/>
              <a:ext cx="270455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15C1D1-8DC0-4A71-9C55-4984F8DD6C10}"/>
                </a:ext>
              </a:extLst>
            </p:cNvPr>
            <p:cNvSpPr txBox="1"/>
            <p:nvPr userDrawn="1"/>
          </p:nvSpPr>
          <p:spPr>
            <a:xfrm>
              <a:off x="8469024" y="1363662"/>
              <a:ext cx="217776" cy="52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067" b="0" i="0" kern="1200">
                  <a:solidFill>
                    <a:schemeClr val="bg1">
                      <a:lumMod val="65000"/>
                    </a:schemeClr>
                  </a:solidFill>
                  <a:effectLst/>
                  <a:latin typeface="Arial" panose="020B0604020202020204" pitchFamily="34" charset="0"/>
                  <a:ea typeface="ヒラギノ角ゴ Pro W3" pitchFamily="-126" charset="-128"/>
                  <a:cs typeface="+mn-cs"/>
                </a:rPr>
                <a:t>®</a:t>
              </a:r>
              <a:endParaRPr lang="en-CA" sz="1067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8A9BA7-3DAF-4150-BB81-5B006AEB4EBE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0C38AF9-18A1-4909-95A2-5A57E57C69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1026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bgerundetes Rechteck 5"/>
          <p:cNvSpPr/>
          <p:nvPr/>
        </p:nvSpPr>
        <p:spPr>
          <a:xfrm>
            <a:off x="0" y="1619250"/>
            <a:ext cx="7632700" cy="73025"/>
          </a:xfrm>
          <a:prstGeom prst="roundRect">
            <a:avLst/>
          </a:prstGeom>
          <a:solidFill>
            <a:srgbClr val="697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455960"/>
              </a:solidFill>
            </a:endParaRPr>
          </a:p>
        </p:txBody>
      </p:sp>
      <p:sp>
        <p:nvSpPr>
          <p:cNvPr id="7" name="Abgerundetes Rechteck 6"/>
          <p:cNvSpPr/>
          <p:nvPr/>
        </p:nvSpPr>
        <p:spPr>
          <a:xfrm>
            <a:off x="0" y="4500563"/>
            <a:ext cx="7632700" cy="71437"/>
          </a:xfrm>
          <a:prstGeom prst="roundRect">
            <a:avLst/>
          </a:prstGeom>
          <a:solidFill>
            <a:srgbClr val="697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8" name="Rechteck 7"/>
          <p:cNvSpPr/>
          <p:nvPr/>
        </p:nvSpPr>
        <p:spPr bwMode="white">
          <a:xfrm>
            <a:off x="365219" y="6253843"/>
            <a:ext cx="8432789" cy="30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bg1">
                <a:alpha val="75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/>
          </a:p>
        </p:txBody>
      </p:sp>
      <p:pic>
        <p:nvPicPr>
          <p:cNvPr id="13" name="Bild 6" descr="BFH_Logo_A_de_fr_en_100_RGB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317500"/>
            <a:ext cx="15240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Bildplatzhalter 11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692000"/>
            <a:ext cx="7632000" cy="2808000"/>
          </a:xfrm>
          <a:prstGeom prst="rect">
            <a:avLst/>
          </a:prstGeom>
        </p:spPr>
        <p:txBody>
          <a:bodyPr vert="horz"/>
          <a:lstStyle>
            <a:lvl1pPr>
              <a:defRPr sz="3000" baseline="0">
                <a:latin typeface="Lucida Sans"/>
                <a:cs typeface="Lucida Sans"/>
              </a:defRPr>
            </a:lvl1pPr>
          </a:lstStyle>
          <a:p>
            <a:pPr lvl="0"/>
            <a:r>
              <a:rPr lang="de-DE" noProof="0"/>
              <a:t>Titelseite mit Bild</a:t>
            </a: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 err="1"/>
              <a:t>Bild</a:t>
            </a:r>
            <a:r>
              <a:rPr lang="de-DE" noProof="0"/>
              <a:t> durch Klicken auf Symbol hinzufügen</a:t>
            </a:r>
          </a:p>
        </p:txBody>
      </p:sp>
      <p:sp>
        <p:nvSpPr>
          <p:cNvPr id="9" name="Titel 1"/>
          <p:cNvSpPr>
            <a:spLocks noGrp="1"/>
          </p:cNvSpPr>
          <p:nvPr>
            <p:ph type="ctrTitle"/>
          </p:nvPr>
        </p:nvSpPr>
        <p:spPr>
          <a:xfrm>
            <a:off x="457200" y="4623442"/>
            <a:ext cx="10739587" cy="533105"/>
          </a:xfrm>
          <a:prstGeom prst="rect">
            <a:avLst/>
          </a:prstGeom>
        </p:spPr>
        <p:txBody>
          <a:bodyPr lIns="0"/>
          <a:lstStyle>
            <a:lvl1pPr algn="l">
              <a:defRPr sz="3000">
                <a:solidFill>
                  <a:srgbClr val="697D91"/>
                </a:solidFill>
                <a:latin typeface="Lucida Sans"/>
                <a:cs typeface="Lucida Sans Unicode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457200" y="5220000"/>
            <a:ext cx="9057632" cy="805526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rgbClr val="697D91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1" name="Textplatzhalt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299494"/>
            <a:ext cx="9065634" cy="258474"/>
          </a:xfrm>
          <a:prstGeom prst="rect">
            <a:avLst/>
          </a:prstGeom>
        </p:spPr>
        <p:txBody>
          <a:bodyPr vert="horz" lIns="0" rIns="0"/>
          <a:lstStyle>
            <a:lvl1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400" baseline="0">
                <a:solidFill>
                  <a:srgbClr val="697D91"/>
                </a:solidFill>
                <a:latin typeface="Lucida Sans"/>
              </a:defRPr>
            </a:lvl1pPr>
            <a:lvl2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2pPr>
            <a:lvl3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3pPr>
            <a:lvl4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4pPr>
            <a:lvl5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5pPr>
          </a:lstStyle>
          <a:p>
            <a:pPr lvl="0"/>
            <a:r>
              <a:rPr lang="de-DE" dirty="0"/>
              <a:t>Organisationseinheit oder Leistungsbereich</a:t>
            </a:r>
          </a:p>
        </p:txBody>
      </p:sp>
      <p:sp>
        <p:nvSpPr>
          <p:cNvPr id="14" name="Datumsplatzhalter 3"/>
          <p:cNvSpPr>
            <a:spLocks noGrp="1"/>
          </p:cNvSpPr>
          <p:nvPr>
            <p:ph type="dt" sz="half" idx="14"/>
          </p:nvPr>
        </p:nvSpPr>
        <p:spPr>
          <a:xfrm>
            <a:off x="10261600" y="6300788"/>
            <a:ext cx="1443038" cy="2571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697D91"/>
                </a:solidFill>
                <a:latin typeface="Lucida Sans" pitchFamily="34" charset="0"/>
              </a:defRPr>
            </a:lvl1pPr>
          </a:lstStyle>
          <a:p>
            <a:pPr>
              <a:defRPr/>
            </a:pPr>
            <a:fld id="{13A8160D-EED1-4901-8DE2-978CB6A5BC57}" type="datetime1">
              <a:rPr lang="de-DE"/>
              <a:pPr>
                <a:defRPr/>
              </a:pPr>
              <a:t>02.12.2025</a:t>
            </a:fld>
            <a:r>
              <a:rPr lang="de-DE" sz="1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34333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 bwMode="white">
          <a:xfrm>
            <a:off x="365219" y="6253843"/>
            <a:ext cx="8432789" cy="30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bg1">
                <a:alpha val="75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/>
          </a:p>
        </p:txBody>
      </p:sp>
      <p:sp>
        <p:nvSpPr>
          <p:cNvPr id="5" name="Abgerundetes Rechteck 4"/>
          <p:cNvSpPr/>
          <p:nvPr/>
        </p:nvSpPr>
        <p:spPr>
          <a:xfrm>
            <a:off x="0" y="1668463"/>
            <a:ext cx="7632700" cy="2881312"/>
          </a:xfrm>
          <a:prstGeom prst="roundRect">
            <a:avLst>
              <a:gd name="adj" fmla="val 1188"/>
            </a:avLst>
          </a:prstGeom>
          <a:solidFill>
            <a:srgbClr val="697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0" y="1633538"/>
            <a:ext cx="7632700" cy="71437"/>
          </a:xfrm>
          <a:prstGeom prst="roundRect">
            <a:avLst/>
          </a:prstGeom>
          <a:solidFill>
            <a:srgbClr val="FA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7" name="Abgerundetes Rechteck 6"/>
          <p:cNvSpPr/>
          <p:nvPr/>
        </p:nvSpPr>
        <p:spPr>
          <a:xfrm>
            <a:off x="0" y="4513263"/>
            <a:ext cx="7632700" cy="71437"/>
          </a:xfrm>
          <a:prstGeom prst="roundRect">
            <a:avLst/>
          </a:prstGeom>
          <a:solidFill>
            <a:srgbClr val="FA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pic>
        <p:nvPicPr>
          <p:cNvPr id="9" name="Bild 8" descr="BFH_Logo_A_de_fr_en_100_RGB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317500"/>
            <a:ext cx="15240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el 1"/>
          <p:cNvSpPr>
            <a:spLocks noGrp="1"/>
          </p:cNvSpPr>
          <p:nvPr>
            <p:ph type="ctrTitle"/>
          </p:nvPr>
        </p:nvSpPr>
        <p:spPr>
          <a:xfrm>
            <a:off x="457201" y="1839809"/>
            <a:ext cx="7020000" cy="533105"/>
          </a:xfrm>
          <a:prstGeom prst="rect">
            <a:avLst/>
          </a:prstGeom>
        </p:spPr>
        <p:txBody>
          <a:bodyPr lIns="0" rIns="0"/>
          <a:lstStyle>
            <a:lvl1pPr algn="l">
              <a:defRPr sz="3000">
                <a:solidFill>
                  <a:schemeClr val="bg1"/>
                </a:solidFill>
                <a:latin typeface="Lucida Sans"/>
                <a:cs typeface="Lucida Sans Unicode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Untertitel 2"/>
          <p:cNvSpPr>
            <a:spLocks noGrp="1"/>
          </p:cNvSpPr>
          <p:nvPr>
            <p:ph type="subTitle" idx="1"/>
          </p:nvPr>
        </p:nvSpPr>
        <p:spPr>
          <a:xfrm>
            <a:off x="457201" y="2448000"/>
            <a:ext cx="7020000" cy="805526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 spc="0">
                <a:solidFill>
                  <a:schemeClr val="bg1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4" name="Textplatzhalt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299494"/>
            <a:ext cx="9065634" cy="258474"/>
          </a:xfrm>
          <a:prstGeom prst="rect">
            <a:avLst/>
          </a:prstGeom>
        </p:spPr>
        <p:txBody>
          <a:bodyPr vert="horz" lIns="0" rIns="0"/>
          <a:lstStyle>
            <a:lvl1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400" baseline="0">
                <a:solidFill>
                  <a:srgbClr val="697D91"/>
                </a:solidFill>
                <a:latin typeface="Lucida Sans"/>
              </a:defRPr>
            </a:lvl1pPr>
            <a:lvl2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2pPr>
            <a:lvl3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3pPr>
            <a:lvl4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4pPr>
            <a:lvl5pPr marL="177800" indent="-177800">
              <a:buClr>
                <a:srgbClr val="FAA500"/>
              </a:buClr>
              <a:buSzPct val="80000"/>
              <a:buFont typeface="Lucida Grande"/>
              <a:buChar char="▶"/>
              <a:tabLst>
                <a:tab pos="2151063" algn="l"/>
              </a:tabLst>
              <a:defRPr sz="1000" baseline="0">
                <a:solidFill>
                  <a:srgbClr val="697378"/>
                </a:solidFill>
                <a:latin typeface="Lucida Sans"/>
              </a:defRPr>
            </a:lvl5pPr>
          </a:lstStyle>
          <a:p>
            <a:pPr lvl="0"/>
            <a:r>
              <a:rPr lang="de-DE" dirty="0"/>
              <a:t>Organisationseinheit oder Leistungsbereich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4"/>
          </p:nvPr>
        </p:nvSpPr>
        <p:spPr>
          <a:xfrm>
            <a:off x="10261600" y="6300788"/>
            <a:ext cx="1443038" cy="2571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697D91"/>
                </a:solidFill>
                <a:latin typeface="Lucida Sans" pitchFamily="34" charset="0"/>
              </a:defRPr>
            </a:lvl1pPr>
          </a:lstStyle>
          <a:p>
            <a:pPr>
              <a:defRPr/>
            </a:pPr>
            <a:fld id="{E4283131-E6A7-40D3-9EB9-520657964184}" type="datetime1">
              <a:rPr lang="de-DE"/>
              <a:pPr>
                <a:defRPr/>
              </a:pPr>
              <a:t>02.12.2025</a:t>
            </a:fld>
            <a:r>
              <a:rPr lang="de-DE" sz="1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69949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seite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/>
          <p:cNvSpPr/>
          <p:nvPr/>
        </p:nvSpPr>
        <p:spPr>
          <a:xfrm>
            <a:off x="0" y="1668463"/>
            <a:ext cx="7632700" cy="2881312"/>
          </a:xfrm>
          <a:prstGeom prst="roundRect">
            <a:avLst>
              <a:gd name="adj" fmla="val 1188"/>
            </a:avLst>
          </a:prstGeom>
          <a:solidFill>
            <a:srgbClr val="697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800">
                <a:solidFill>
                  <a:srgbClr val="697D91"/>
                </a:solidFill>
              </a:rPr>
              <a:t>-</a:t>
            </a:r>
          </a:p>
        </p:txBody>
      </p:sp>
      <p:sp>
        <p:nvSpPr>
          <p:cNvPr id="5" name="Abgerundetes Rechteck 4"/>
          <p:cNvSpPr/>
          <p:nvPr/>
        </p:nvSpPr>
        <p:spPr>
          <a:xfrm>
            <a:off x="0" y="1633538"/>
            <a:ext cx="7632700" cy="71437"/>
          </a:xfrm>
          <a:prstGeom prst="roundRect">
            <a:avLst/>
          </a:prstGeom>
          <a:solidFill>
            <a:srgbClr val="FA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0" y="4513263"/>
            <a:ext cx="7632700" cy="71437"/>
          </a:xfrm>
          <a:prstGeom prst="roundRect">
            <a:avLst/>
          </a:prstGeom>
          <a:solidFill>
            <a:srgbClr val="FA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15" name="Titel 1"/>
          <p:cNvSpPr>
            <a:spLocks noGrp="1"/>
          </p:cNvSpPr>
          <p:nvPr>
            <p:ph type="ctrTitle"/>
          </p:nvPr>
        </p:nvSpPr>
        <p:spPr>
          <a:xfrm>
            <a:off x="457200" y="1839809"/>
            <a:ext cx="7020000" cy="533105"/>
          </a:xfrm>
          <a:prstGeom prst="rect">
            <a:avLst/>
          </a:prstGeom>
        </p:spPr>
        <p:txBody>
          <a:bodyPr lIns="0" rIns="0"/>
          <a:lstStyle>
            <a:lvl1pPr algn="l">
              <a:defRPr sz="3000">
                <a:solidFill>
                  <a:schemeClr val="bg1"/>
                </a:solidFill>
                <a:latin typeface="Lucida Sans"/>
                <a:cs typeface="Lucida Sans Unicode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Untertitel 2"/>
          <p:cNvSpPr>
            <a:spLocks noGrp="1"/>
          </p:cNvSpPr>
          <p:nvPr>
            <p:ph type="subTitle" idx="1"/>
          </p:nvPr>
        </p:nvSpPr>
        <p:spPr>
          <a:xfrm>
            <a:off x="457200" y="2448000"/>
            <a:ext cx="7020000" cy="805526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 spc="0">
                <a:solidFill>
                  <a:schemeClr val="bg1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7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71013-0031-4193-A270-9600BEE45EEB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03787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seit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/>
          <p:cNvSpPr/>
          <p:nvPr/>
        </p:nvSpPr>
        <p:spPr>
          <a:xfrm>
            <a:off x="0" y="1668463"/>
            <a:ext cx="7632700" cy="2881312"/>
          </a:xfrm>
          <a:prstGeom prst="roundRect">
            <a:avLst>
              <a:gd name="adj" fmla="val 1188"/>
            </a:avLst>
          </a:prstGeom>
          <a:solidFill>
            <a:srgbClr val="FA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FAA500"/>
              </a:solidFill>
            </a:endParaRPr>
          </a:p>
        </p:txBody>
      </p:sp>
      <p:sp>
        <p:nvSpPr>
          <p:cNvPr id="5" name="Abgerundetes Rechteck 4"/>
          <p:cNvSpPr/>
          <p:nvPr/>
        </p:nvSpPr>
        <p:spPr>
          <a:xfrm>
            <a:off x="0" y="1633538"/>
            <a:ext cx="7632700" cy="71437"/>
          </a:xfrm>
          <a:prstGeom prst="roundRect">
            <a:avLst/>
          </a:prstGeom>
          <a:solidFill>
            <a:srgbClr val="697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0" y="4513263"/>
            <a:ext cx="7632700" cy="71437"/>
          </a:xfrm>
          <a:prstGeom prst="roundRect">
            <a:avLst/>
          </a:prstGeom>
          <a:solidFill>
            <a:srgbClr val="697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457200" y="1839809"/>
            <a:ext cx="7020000" cy="533105"/>
          </a:xfrm>
          <a:prstGeom prst="rect">
            <a:avLst/>
          </a:prstGeom>
        </p:spPr>
        <p:txBody>
          <a:bodyPr lIns="0" rIns="0"/>
          <a:lstStyle>
            <a:lvl1pPr algn="l">
              <a:defRPr sz="3000">
                <a:solidFill>
                  <a:schemeClr val="bg1"/>
                </a:solidFill>
                <a:latin typeface="Lucida Sans"/>
                <a:cs typeface="Lucida Sans Unicode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457200" y="2448000"/>
            <a:ext cx="7020000" cy="805526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 spc="0">
                <a:solidFill>
                  <a:schemeClr val="bg1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9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79C08-8418-41B0-8884-2C03CF535D23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236963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332000"/>
            <a:ext cx="11249025" cy="4788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1pPr>
            <a:lvl2pPr marL="742950" indent="-28575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itel 1"/>
          <p:cNvSpPr>
            <a:spLocks noGrp="1"/>
          </p:cNvSpPr>
          <p:nvPr>
            <p:ph type="ctrTitle"/>
          </p:nvPr>
        </p:nvSpPr>
        <p:spPr>
          <a:xfrm>
            <a:off x="457200" y="360000"/>
            <a:ext cx="11249025" cy="540000"/>
          </a:xfrm>
          <a:prstGeom prst="rect">
            <a:avLst/>
          </a:prstGeom>
        </p:spPr>
        <p:txBody>
          <a:bodyPr lIns="0" rIns="0"/>
          <a:lstStyle>
            <a:lvl1pPr algn="l">
              <a:defRPr sz="30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A35F2-7595-4779-9180-596D2E72BBB9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031553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Bild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457200" y="360000"/>
            <a:ext cx="11249025" cy="540000"/>
          </a:xfrm>
          <a:prstGeom prst="rect">
            <a:avLst/>
          </a:prstGeom>
        </p:spPr>
        <p:txBody>
          <a:bodyPr lIns="0" rIns="0"/>
          <a:lstStyle>
            <a:lvl1pPr algn="l">
              <a:defRPr sz="3000">
                <a:solidFill>
                  <a:srgbClr val="697D91"/>
                </a:solidFill>
                <a:latin typeface="Lucida Sans"/>
                <a:cs typeface="Lucida Sans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457200" y="1332000"/>
            <a:ext cx="11249025" cy="54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sz="half" idx="13"/>
          </p:nvPr>
        </p:nvSpPr>
        <p:spPr>
          <a:xfrm>
            <a:off x="457200" y="2160000"/>
            <a:ext cx="11249025" cy="3960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C55A69-AF00-48CA-9C5B-76F6193071D6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472321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Textfelder/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457199" y="360000"/>
            <a:ext cx="11249025" cy="540000"/>
          </a:xfrm>
          <a:prstGeom prst="rect">
            <a:avLst/>
          </a:prstGeom>
        </p:spPr>
        <p:txBody>
          <a:bodyPr lIns="0" rIns="0"/>
          <a:lstStyle>
            <a:lvl1pPr algn="l">
              <a:defRPr sz="3000">
                <a:solidFill>
                  <a:srgbClr val="697D91"/>
                </a:solidFill>
                <a:latin typeface="Lucida Sans"/>
                <a:cs typeface="Lucida Sans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450851" y="5399231"/>
            <a:ext cx="5508000" cy="720583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idx="18"/>
          </p:nvPr>
        </p:nvSpPr>
        <p:spPr>
          <a:xfrm>
            <a:off x="6199200" y="5399231"/>
            <a:ext cx="5508000" cy="720583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sz="half" idx="13"/>
          </p:nvPr>
        </p:nvSpPr>
        <p:spPr>
          <a:xfrm>
            <a:off x="450851" y="1332000"/>
            <a:ext cx="5508000" cy="4067231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3"/>
          <p:cNvSpPr>
            <a:spLocks noGrp="1"/>
          </p:cNvSpPr>
          <p:nvPr>
            <p:ph sz="half" idx="15"/>
          </p:nvPr>
        </p:nvSpPr>
        <p:spPr>
          <a:xfrm>
            <a:off x="6199200" y="1332000"/>
            <a:ext cx="5508000" cy="4067231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B21B8-EC19-437D-956C-B9E2193DE066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413893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Textfelder/Bilder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457200" y="360000"/>
            <a:ext cx="11249025" cy="540000"/>
          </a:xfrm>
          <a:prstGeom prst="rect">
            <a:avLst/>
          </a:prstGeom>
        </p:spPr>
        <p:txBody>
          <a:bodyPr lIns="0" rIns="0"/>
          <a:lstStyle>
            <a:lvl1pPr algn="l">
              <a:defRPr sz="30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456226" y="1332000"/>
            <a:ext cx="5508000" cy="54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sz="half" idx="13"/>
          </p:nvPr>
        </p:nvSpPr>
        <p:spPr>
          <a:xfrm>
            <a:off x="457201" y="2160000"/>
            <a:ext cx="5508000" cy="3960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Textplatzhalter 2"/>
          <p:cNvSpPr>
            <a:spLocks noGrp="1"/>
          </p:cNvSpPr>
          <p:nvPr>
            <p:ph type="body" idx="14"/>
          </p:nvPr>
        </p:nvSpPr>
        <p:spPr>
          <a:xfrm>
            <a:off x="6198225" y="1332000"/>
            <a:ext cx="5508000" cy="54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3"/>
          <p:cNvSpPr>
            <a:spLocks noGrp="1"/>
          </p:cNvSpPr>
          <p:nvPr>
            <p:ph sz="half" idx="15"/>
          </p:nvPr>
        </p:nvSpPr>
        <p:spPr>
          <a:xfrm>
            <a:off x="6199200" y="2160000"/>
            <a:ext cx="5508000" cy="3960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solidFill>
                  <a:schemeClr val="tx1"/>
                </a:solidFill>
                <a:latin typeface="Lucida Sans"/>
                <a:cs typeface="Lucida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6D72C-BFB2-41C7-957D-2E87BB499368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326750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/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457199" y="360000"/>
            <a:ext cx="11249025" cy="540000"/>
          </a:xfrm>
          <a:prstGeom prst="rect">
            <a:avLst/>
          </a:prstGeom>
        </p:spPr>
        <p:txBody>
          <a:bodyPr lIns="0"/>
          <a:lstStyle>
            <a:lvl1pPr algn="l">
              <a:defRPr sz="30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453600" y="5399231"/>
            <a:ext cx="3556800" cy="720583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idx="18"/>
          </p:nvPr>
        </p:nvSpPr>
        <p:spPr>
          <a:xfrm>
            <a:off x="4298400" y="5399231"/>
            <a:ext cx="3556800" cy="720583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sz="half" idx="13"/>
          </p:nvPr>
        </p:nvSpPr>
        <p:spPr>
          <a:xfrm>
            <a:off x="453600" y="1332000"/>
            <a:ext cx="3556800" cy="4067230"/>
          </a:xfrm>
          <a:prstGeom prst="rect">
            <a:avLst/>
          </a:prstGeom>
        </p:spPr>
        <p:txBody>
          <a:bodyPr l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3"/>
          <p:cNvSpPr>
            <a:spLocks noGrp="1"/>
          </p:cNvSpPr>
          <p:nvPr>
            <p:ph sz="half" idx="15"/>
          </p:nvPr>
        </p:nvSpPr>
        <p:spPr>
          <a:xfrm>
            <a:off x="4298400" y="1332001"/>
            <a:ext cx="3556800" cy="4067230"/>
          </a:xfrm>
          <a:prstGeom prst="rect">
            <a:avLst/>
          </a:prstGeom>
        </p:spPr>
        <p:txBody>
          <a:bodyPr l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half" idx="19"/>
          </p:nvPr>
        </p:nvSpPr>
        <p:spPr>
          <a:xfrm>
            <a:off x="8149424" y="1332001"/>
            <a:ext cx="3556800" cy="4067230"/>
          </a:xfrm>
          <a:prstGeom prst="rect">
            <a:avLst/>
          </a:prstGeom>
        </p:spPr>
        <p:txBody>
          <a:bodyPr l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20"/>
          </p:nvPr>
        </p:nvSpPr>
        <p:spPr>
          <a:xfrm>
            <a:off x="8149424" y="5399231"/>
            <a:ext cx="3556800" cy="720583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0D9A4-4B03-4410-9017-78E09E000AC4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91247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/Bilder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ctrTitle"/>
          </p:nvPr>
        </p:nvSpPr>
        <p:spPr>
          <a:xfrm>
            <a:off x="457199" y="360000"/>
            <a:ext cx="11249025" cy="540000"/>
          </a:xfrm>
          <a:prstGeom prst="rect">
            <a:avLst/>
          </a:prstGeom>
        </p:spPr>
        <p:txBody>
          <a:bodyPr lIns="0" rIns="0"/>
          <a:lstStyle>
            <a:lvl1pPr algn="l">
              <a:defRPr sz="3000" b="0" i="0">
                <a:solidFill>
                  <a:srgbClr val="697D91"/>
                </a:solidFill>
                <a:latin typeface="Lucida Sans"/>
                <a:cs typeface="Lucida Sans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Inhaltsplatzhalter 2"/>
          <p:cNvSpPr>
            <a:spLocks noGrp="1"/>
          </p:cNvSpPr>
          <p:nvPr>
            <p:ph sz="half" idx="13"/>
          </p:nvPr>
        </p:nvSpPr>
        <p:spPr>
          <a:xfrm>
            <a:off x="457199" y="2155050"/>
            <a:ext cx="3556800" cy="3960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>
                <a:latin typeface="Lucida Sans"/>
                <a:cs typeface="Lucida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3"/>
          <p:cNvSpPr>
            <a:spLocks noGrp="1"/>
          </p:cNvSpPr>
          <p:nvPr>
            <p:ph sz="half" idx="15"/>
          </p:nvPr>
        </p:nvSpPr>
        <p:spPr>
          <a:xfrm>
            <a:off x="4298400" y="2155050"/>
            <a:ext cx="3556800" cy="3960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half" idx="19"/>
          </p:nvPr>
        </p:nvSpPr>
        <p:spPr>
          <a:xfrm>
            <a:off x="8149424" y="2155050"/>
            <a:ext cx="3556800" cy="3960000"/>
          </a:xfrm>
          <a:prstGeom prst="rect">
            <a:avLst/>
          </a:prstGeom>
        </p:spPr>
        <p:txBody>
          <a:bodyPr lIns="0" rIns="0"/>
          <a:lstStyle>
            <a:lvl1pPr marL="271463" indent="-271463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1pPr>
            <a:lvl2pPr marL="714375" indent="-257175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2pPr>
            <a:lvl3pPr marL="11430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3pPr>
            <a:lvl4pPr marL="16002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4pPr>
            <a:lvl5pPr marL="2057400" indent="-228600">
              <a:buClr>
                <a:srgbClr val="FAA500"/>
              </a:buClr>
              <a:buSzPct val="80000"/>
              <a:buFont typeface="MS PGothic" panose="020B0600070205080204" pitchFamily="34" charset="-128"/>
              <a:buChar char="▶"/>
              <a:defRPr sz="2200" b="0" i="0" baseline="0">
                <a:latin typeface="Lucida Sans"/>
                <a:cs typeface="Lucida San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Textplatzhalter 2"/>
          <p:cNvSpPr>
            <a:spLocks noGrp="1"/>
          </p:cNvSpPr>
          <p:nvPr>
            <p:ph type="body" idx="1"/>
          </p:nvPr>
        </p:nvSpPr>
        <p:spPr>
          <a:xfrm>
            <a:off x="457199" y="1332000"/>
            <a:ext cx="3556800" cy="54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2"/>
          <p:cNvSpPr>
            <a:spLocks noGrp="1"/>
          </p:cNvSpPr>
          <p:nvPr>
            <p:ph type="body" idx="18"/>
          </p:nvPr>
        </p:nvSpPr>
        <p:spPr>
          <a:xfrm>
            <a:off x="4298400" y="1332000"/>
            <a:ext cx="3556800" cy="54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platzhalter 2"/>
          <p:cNvSpPr>
            <a:spLocks noGrp="1"/>
          </p:cNvSpPr>
          <p:nvPr>
            <p:ph type="body" idx="20"/>
          </p:nvPr>
        </p:nvSpPr>
        <p:spPr>
          <a:xfrm>
            <a:off x="8149424" y="1332000"/>
            <a:ext cx="3556800" cy="54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Foliennummernplatzhalt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E5DE4-7C71-4F94-A4EE-08415918DAC4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070342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207875" cy="685800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767762" y="5703521"/>
            <a:ext cx="9155906" cy="389304"/>
          </a:xfrm>
        </p:spPr>
        <p:txBody>
          <a:bodyPr anchor="t" anchorCtr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Master-Untertitelformat bearbeiten</a:t>
            </a:r>
            <a:endParaRPr lang="de-DE" dirty="0"/>
          </a:p>
        </p:txBody>
      </p:sp>
      <p:sp>
        <p:nvSpPr>
          <p:cNvPr id="17" name="Titel 16"/>
          <p:cNvSpPr>
            <a:spLocks noGrp="1"/>
          </p:cNvSpPr>
          <p:nvPr>
            <p:ph type="title"/>
          </p:nvPr>
        </p:nvSpPr>
        <p:spPr>
          <a:xfrm>
            <a:off x="767761" y="4295409"/>
            <a:ext cx="10930676" cy="1285875"/>
          </a:xfrm>
        </p:spPr>
        <p:txBody>
          <a:bodyPr lIns="0" tIns="0" rIns="0" bIns="0"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2" name="Fußzeilenplatzhalt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Ahdis gmbh, zürich, switzerland, </a:t>
            </a:r>
            <a:r>
              <a:rPr lang="de-CH"/>
              <a:t>27/11/2015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70638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DE7049-8656-4A52-909A-CA015733F8B7}"/>
              </a:ext>
            </a:extLst>
          </p:cNvPr>
          <p:cNvSpPr/>
          <p:nvPr/>
        </p:nvSpPr>
        <p:spPr>
          <a:xfrm>
            <a:off x="610394" y="0"/>
            <a:ext cx="7615087" cy="685800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C8AE2DB7-DAEF-4F3E-85D5-E352F4BCA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516" y="1921143"/>
            <a:ext cx="231229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9C8297-3E7F-4E22-8269-869CEA5AABB8}"/>
              </a:ext>
            </a:extLst>
          </p:cNvPr>
          <p:cNvCxnSpPr/>
          <p:nvPr/>
        </p:nvCxnSpPr>
        <p:spPr>
          <a:xfrm>
            <a:off x="1112698" y="1166284"/>
            <a:ext cx="0" cy="2834216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6544" y="1194068"/>
            <a:ext cx="6326156" cy="1535560"/>
          </a:xfrm>
        </p:spPr>
        <p:txBody>
          <a:bodyPr anchor="b">
            <a:noAutofit/>
          </a:bodyPr>
          <a:lstStyle>
            <a:lvl1pPr algn="l">
              <a:defRPr sz="4000" b="1" i="0" spc="16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44" y="3049597"/>
            <a:ext cx="6233032" cy="1169617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rgbClr val="EC2227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1576851" y="4961611"/>
            <a:ext cx="5375577" cy="550333"/>
          </a:xfrm>
        </p:spPr>
        <p:txBody>
          <a:bodyPr anchor="b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67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E2087E9-637C-4C09-8985-3BAE95EB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30611" y="6436784"/>
            <a:ext cx="6313760" cy="20954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AF7E73-D995-4378-86E2-E0B1F5C1F622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576851" y="5670551"/>
            <a:ext cx="1742165" cy="277283"/>
          </a:xfrm>
        </p:spPr>
        <p:txBody>
          <a:bodyPr lIns="0" tIns="0" rIns="0" bIns="0" anchor="b">
            <a:noAutofit/>
          </a:bodyPr>
          <a:lstStyle>
            <a:lvl1pPr>
              <a:defRPr sz="2400"/>
            </a:lvl1pPr>
          </a:lstStyle>
          <a:p>
            <a:fld id="{23F303CC-BC6F-44EE-9A09-81F690F71D2E}" type="datetime1">
              <a:rPr lang="en-US" altLang="en-US" smtClean="0"/>
              <a:t>12/2/2025</a:t>
            </a:fld>
            <a:endParaRPr lang="en-US" altLang="en-US"/>
          </a:p>
        </p:txBody>
      </p:sp>
      <p:pic>
        <p:nvPicPr>
          <p:cNvPr id="15" name="Picture 14" descr="Creative Commons Licence">
            <a:extLst>
              <a:ext uri="{FF2B5EF4-FFF2-40B4-BE49-F238E27FC236}">
                <a16:creationId xmlns:a16="http://schemas.microsoft.com/office/drawing/2014/main" id="{B400A948-C3CD-4AB8-A0B0-5E7E9538E3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7951" y="6239934"/>
            <a:ext cx="1119055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A close up of a sign&#10;&#10;Description automatically generated">
            <a:extLst>
              <a:ext uri="{FF2B5EF4-FFF2-40B4-BE49-F238E27FC236}">
                <a16:creationId xmlns:a16="http://schemas.microsoft.com/office/drawing/2014/main" id="{B2CDF0B0-A759-4719-BF33-87C7C8CE7E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89325" y="4182671"/>
            <a:ext cx="3069987" cy="73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01127"/>
      </p:ext>
    </p:extLst>
  </p:cSld>
  <p:clrMapOvr>
    <a:masterClrMapping/>
  </p:clrMapOvr>
  <p:hf hd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772DE4-7B37-4BBF-9A7D-6A9C4C776CAE}"/>
              </a:ext>
            </a:extLst>
          </p:cNvPr>
          <p:cNvSpPr/>
          <p:nvPr/>
        </p:nvSpPr>
        <p:spPr>
          <a:xfrm>
            <a:off x="0" y="967317"/>
            <a:ext cx="12207875" cy="3124200"/>
          </a:xfrm>
          <a:prstGeom prst="rect">
            <a:avLst/>
          </a:prstGeom>
          <a:solidFill>
            <a:srgbClr val="BAB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2A8297D7-F64D-40E5-9A05-32B16C0C7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CBA1A-7FAD-4191-9B4F-C104C0F01C31}"/>
              </a:ext>
            </a:extLst>
          </p:cNvPr>
          <p:cNvCxnSpPr/>
          <p:nvPr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36367C-A9EE-4A42-8187-82709238888C}"/>
              </a:ext>
            </a:extLst>
          </p:cNvPr>
          <p:cNvCxnSpPr/>
          <p:nvPr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6E5EE3-C0A6-45E3-B498-80B24E58FEBC}"/>
              </a:ext>
            </a:extLst>
          </p:cNvPr>
          <p:cNvCxnSpPr/>
          <p:nvPr/>
        </p:nvCxnSpPr>
        <p:spPr>
          <a:xfrm>
            <a:off x="610394" y="1454151"/>
            <a:ext cx="0" cy="2150533"/>
          </a:xfrm>
          <a:prstGeom prst="line">
            <a:avLst/>
          </a:prstGeom>
          <a:ln w="635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338" y="1173980"/>
            <a:ext cx="10762457" cy="2710827"/>
          </a:xfrm>
        </p:spPr>
        <p:txBody>
          <a:bodyPr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 cap="all" spc="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70F17B-552A-4993-A6F0-1A6FE33587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0BA930-B0EF-47CE-BD25-2934A0B21E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89683"/>
            <a:ext cx="362422" cy="226664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4" name="Picture 13" descr="A picture containing clipart&#10;&#10;Description automatically generated">
            <a:extLst>
              <a:ext uri="{FF2B5EF4-FFF2-40B4-BE49-F238E27FC236}">
                <a16:creationId xmlns:a16="http://schemas.microsoft.com/office/drawing/2014/main" id="{CBE59F13-943D-4C46-A00E-418D8CC1FF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53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/About HL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D5359A-71C1-4F1C-B937-058A7F7778DA}"/>
              </a:ext>
            </a:extLst>
          </p:cNvPr>
          <p:cNvSpPr/>
          <p:nvPr/>
        </p:nvSpPr>
        <p:spPr>
          <a:xfrm>
            <a:off x="0" y="2042584"/>
            <a:ext cx="12207875" cy="3835400"/>
          </a:xfrm>
          <a:prstGeom prst="rect">
            <a:avLst/>
          </a:prstGeom>
          <a:solidFill>
            <a:srgbClr val="747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27EDEA-85E0-43BD-98D1-4E2C554ABAE4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2" y="274639"/>
            <a:ext cx="10778220" cy="1043103"/>
          </a:xfrm>
        </p:spPr>
        <p:txBody>
          <a:bodyPr>
            <a:noAutofit/>
          </a:bodyPr>
          <a:lstStyle>
            <a:lvl1pPr algn="l">
              <a:defRPr sz="4000" b="1" i="0" spc="27">
                <a:solidFill>
                  <a:srgbClr val="EC2227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261" y="2404880"/>
            <a:ext cx="5079416" cy="327291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  <a:lvl2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2pPr>
            <a:lvl3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3pPr>
            <a:lvl4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4pPr>
            <a:lvl5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6561210" y="2404880"/>
            <a:ext cx="5122481" cy="327291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spcAft>
                <a:spcPts val="0"/>
              </a:spcAft>
              <a:defRPr sz="3200">
                <a:solidFill>
                  <a:schemeClr val="bg1"/>
                </a:solidFill>
              </a:defRPr>
            </a:lvl1pPr>
            <a:lvl2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2pPr>
            <a:lvl3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3pPr>
            <a:lvl4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4pPr>
            <a:lvl5pPr>
              <a:spcBef>
                <a:spcPts val="800"/>
              </a:spcBef>
              <a:spcAft>
                <a:spcPts val="0"/>
              </a:spcAft>
              <a:defRPr sz="2667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2" name="Picture 7">
            <a:extLst>
              <a:ext uri="{FF2B5EF4-FFF2-40B4-BE49-F238E27FC236}">
                <a16:creationId xmlns:a16="http://schemas.microsoft.com/office/drawing/2014/main" id="{067910ED-D018-4319-88FD-DAB2B5D4BD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B79FEF5-9CA3-4F0D-B630-32AFA2457A35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138C42-3D0D-49E6-AEDA-875F61C1D236}"/>
              </a:ext>
            </a:extLst>
          </p:cNvPr>
          <p:cNvCxnSpPr/>
          <p:nvPr userDrawn="1"/>
        </p:nvCxnSpPr>
        <p:spPr>
          <a:xfrm>
            <a:off x="10003765" y="6333307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6C4765DB-7105-45CC-BD97-DDD21BCA1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B27C9CD6-C0E0-49A9-B421-58D41DC040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058035" y="6369115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6" name="Picture 15" descr="A picture containing clipart&#10;&#10;Description automatically generated">
            <a:extLst>
              <a:ext uri="{FF2B5EF4-FFF2-40B4-BE49-F238E27FC236}">
                <a16:creationId xmlns:a16="http://schemas.microsoft.com/office/drawing/2014/main" id="{ACB66CF8-832C-4CE1-9A73-924AF46E47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38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E319CE-C3E8-4959-82B4-EDCA67B60E60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2" y="277847"/>
            <a:ext cx="2920842" cy="1039895"/>
          </a:xfrm>
        </p:spPr>
        <p:txBody>
          <a:bodyPr>
            <a:noAutofit/>
          </a:bodyPr>
          <a:lstStyle>
            <a:lvl1pPr algn="l">
              <a:defRPr sz="2667" b="1">
                <a:solidFill>
                  <a:srgbClr val="EC22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4268518" y="469592"/>
            <a:ext cx="7458249" cy="1151291"/>
          </a:xfrm>
        </p:spPr>
        <p:txBody>
          <a:bodyPr>
            <a:noAutofit/>
          </a:bodyPr>
          <a:lstStyle>
            <a:lvl1pPr marL="0" indent="0">
              <a:buNone/>
              <a:defRPr sz="4000"/>
            </a:lvl1pPr>
            <a:lvl2pPr marL="609585" indent="0">
              <a:buNone/>
              <a:defRPr sz="1733"/>
            </a:lvl2pPr>
            <a:lvl3pPr marL="1219170" indent="0">
              <a:buNone/>
              <a:defRPr sz="1733"/>
            </a:lvl3pPr>
            <a:lvl4pPr marL="1828754" indent="0">
              <a:buNone/>
              <a:defRPr sz="1733"/>
            </a:lvl4pPr>
            <a:lvl5pPr marL="2438339" indent="0">
              <a:buNone/>
              <a:defRPr sz="1733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4268518" y="3956147"/>
            <a:ext cx="2135966" cy="504979"/>
          </a:xfrm>
        </p:spPr>
        <p:txBody>
          <a:bodyPr anchor="b">
            <a:noAutofit/>
          </a:bodyPr>
          <a:lstStyle>
            <a:lvl1pPr marL="0" indent="0">
              <a:buNone/>
              <a:defRPr sz="1600" b="1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268519" y="2036064"/>
            <a:ext cx="2135964" cy="1772501"/>
          </a:xfrm>
        </p:spPr>
        <p:txBody>
          <a:bodyPr rtlCol="0"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268518" y="4546695"/>
            <a:ext cx="2135966" cy="1259171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8"/>
          <p:cNvSpPr>
            <a:spLocks noGrp="1"/>
          </p:cNvSpPr>
          <p:nvPr>
            <p:ph type="body" sz="quarter" idx="17"/>
          </p:nvPr>
        </p:nvSpPr>
        <p:spPr>
          <a:xfrm>
            <a:off x="9590830" y="3956147"/>
            <a:ext cx="2135966" cy="504979"/>
          </a:xfrm>
        </p:spPr>
        <p:txBody>
          <a:bodyPr anchor="b">
            <a:noAutofit/>
          </a:bodyPr>
          <a:lstStyle>
            <a:lvl1pPr marL="0" indent="0">
              <a:buNone/>
              <a:defRPr sz="1600" b="1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0"/>
          <p:cNvSpPr>
            <a:spLocks noGrp="1"/>
          </p:cNvSpPr>
          <p:nvPr>
            <p:ph type="pic" sz="quarter" idx="18"/>
          </p:nvPr>
        </p:nvSpPr>
        <p:spPr>
          <a:xfrm>
            <a:off x="9590831" y="2036064"/>
            <a:ext cx="2135964" cy="1772501"/>
          </a:xfrm>
        </p:spPr>
        <p:txBody>
          <a:bodyPr rtlCol="0"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19"/>
          </p:nvPr>
        </p:nvSpPr>
        <p:spPr>
          <a:xfrm>
            <a:off x="9590830" y="4546695"/>
            <a:ext cx="2135966" cy="1259171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8"/>
          <p:cNvSpPr>
            <a:spLocks noGrp="1"/>
          </p:cNvSpPr>
          <p:nvPr>
            <p:ph type="body" sz="quarter" idx="20"/>
          </p:nvPr>
        </p:nvSpPr>
        <p:spPr>
          <a:xfrm>
            <a:off x="6926452" y="3956147"/>
            <a:ext cx="2135966" cy="504979"/>
          </a:xfrm>
        </p:spPr>
        <p:txBody>
          <a:bodyPr anchor="b">
            <a:noAutofit/>
          </a:bodyPr>
          <a:lstStyle>
            <a:lvl1pPr marL="0" indent="0">
              <a:buNone/>
              <a:defRPr sz="1600" b="1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20"/>
          <p:cNvSpPr>
            <a:spLocks noGrp="1"/>
          </p:cNvSpPr>
          <p:nvPr>
            <p:ph type="pic" sz="quarter" idx="21"/>
          </p:nvPr>
        </p:nvSpPr>
        <p:spPr>
          <a:xfrm>
            <a:off x="6926453" y="2036064"/>
            <a:ext cx="2135964" cy="1772501"/>
          </a:xfrm>
        </p:spPr>
        <p:txBody>
          <a:bodyPr rtlCol="0"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4" name="Text Placeholder 18"/>
          <p:cNvSpPr>
            <a:spLocks noGrp="1"/>
          </p:cNvSpPr>
          <p:nvPr>
            <p:ph type="body" sz="quarter" idx="22"/>
          </p:nvPr>
        </p:nvSpPr>
        <p:spPr>
          <a:xfrm>
            <a:off x="6926452" y="4546695"/>
            <a:ext cx="2135966" cy="1259171"/>
          </a:xfrm>
        </p:spPr>
        <p:txBody>
          <a:bodyPr>
            <a:noAutofit/>
          </a:bodyPr>
          <a:lstStyle>
            <a:lvl1pPr marL="0" indent="0">
              <a:buNone/>
              <a:defRPr sz="1200" b="0"/>
            </a:lvl1pPr>
            <a:lvl2pPr marL="609585" indent="0">
              <a:buNone/>
              <a:defRPr sz="1600"/>
            </a:lvl2pPr>
            <a:lvl3pPr marL="1219170" indent="0">
              <a:buNone/>
              <a:defRPr sz="1600"/>
            </a:lvl3pPr>
            <a:lvl4pPr marL="1828754" indent="0">
              <a:buNone/>
              <a:defRPr sz="1600"/>
            </a:lvl4pPr>
            <a:lvl5pPr marL="2438339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8" name="Picture 7">
            <a:extLst>
              <a:ext uri="{FF2B5EF4-FFF2-40B4-BE49-F238E27FC236}">
                <a16:creationId xmlns:a16="http://schemas.microsoft.com/office/drawing/2014/main" id="{A1F7B16F-FA00-4CF8-85FF-23562FF8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A3F6A3-4446-4B1D-8AE4-E339A1D12BF5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C165DAB-93B1-47DA-9A7A-30183B302BFA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86364F0F-A2BB-480B-88A7-F417480722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CF4B7E0D-AED0-4F82-A3F4-D689786256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412509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23" name="Picture 22" descr="A picture containing clipart&#10;&#10;Description automatically generated">
            <a:extLst>
              <a:ext uri="{FF2B5EF4-FFF2-40B4-BE49-F238E27FC236}">
                <a16:creationId xmlns:a16="http://schemas.microsoft.com/office/drawing/2014/main" id="{A25728B7-8FFE-40C0-AB9D-40D2DD1AC28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511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820217" y="2036064"/>
            <a:ext cx="10986130" cy="3905389"/>
          </a:xfrm>
        </p:spPr>
        <p:txBody>
          <a:bodyPr>
            <a:noAutofit/>
          </a:bodyPr>
          <a:lstStyle>
            <a:lvl1pPr marL="243834" indent="-243834" algn="l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C98D77-F5F9-4313-9DC7-5F790F5F2129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7358656-6BAF-4839-9468-448334EC23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30454" y="6411413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4" name="Picture 13" descr="A picture containing clipart&#10;&#10;Description automatically generated">
            <a:extLst>
              <a:ext uri="{FF2B5EF4-FFF2-40B4-BE49-F238E27FC236}">
                <a16:creationId xmlns:a16="http://schemas.microsoft.com/office/drawing/2014/main" id="{1D4044F2-6A45-477E-B227-F6CDA6A5B0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648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22CE2-2441-4806-BD21-3C89814DB123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1" y="274639"/>
            <a:ext cx="10987088" cy="1043103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FF1A4796-4A3E-4E23-A65F-C2EDA7AAA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DE4C12-BE4C-4EEF-82CA-ADF374584E2B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C98D77-F5F9-4313-9DC7-5F790F5F2129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278E695-3242-46C8-A5D0-91F98BE1AA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87358656-6BAF-4839-9468-448334EC23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30454" y="6411413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4" name="Picture 13" descr="A picture containing clipart&#10;&#10;Description automatically generated">
            <a:extLst>
              <a:ext uri="{FF2B5EF4-FFF2-40B4-BE49-F238E27FC236}">
                <a16:creationId xmlns:a16="http://schemas.microsoft.com/office/drawing/2014/main" id="{1D4044F2-6A45-477E-B227-F6CDA6A5B0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5475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66D48E-528D-484A-A925-566493FD62D7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2" y="277847"/>
            <a:ext cx="2999205" cy="1039895"/>
          </a:xfrm>
        </p:spPr>
        <p:txBody>
          <a:bodyPr>
            <a:noAutofit/>
          </a:bodyPr>
          <a:lstStyle>
            <a:lvl1pPr algn="l">
              <a:defRPr sz="2667" b="1">
                <a:solidFill>
                  <a:srgbClr val="EC22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4268518" y="469592"/>
            <a:ext cx="7458249" cy="1151291"/>
          </a:xfrm>
        </p:spPr>
        <p:txBody>
          <a:bodyPr>
            <a:noAutofit/>
          </a:bodyPr>
          <a:lstStyle>
            <a:lvl1pPr marL="0" indent="0">
              <a:buNone/>
              <a:defRPr sz="4000"/>
            </a:lvl1pPr>
            <a:lvl2pPr marL="609585" indent="0">
              <a:buNone/>
              <a:defRPr sz="1733"/>
            </a:lvl2pPr>
            <a:lvl3pPr marL="1219170" indent="0">
              <a:buNone/>
              <a:defRPr sz="1733"/>
            </a:lvl3pPr>
            <a:lvl4pPr marL="1828754" indent="0">
              <a:buNone/>
              <a:defRPr sz="1733"/>
            </a:lvl4pPr>
            <a:lvl5pPr marL="2438339" indent="0">
              <a:buNone/>
              <a:defRPr sz="1733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9263" y="2036064"/>
            <a:ext cx="5179151" cy="3359025"/>
          </a:xfrm>
        </p:spPr>
        <p:txBody>
          <a:bodyPr>
            <a:noAutofit/>
          </a:bodyPr>
          <a:lstStyle>
            <a:lvl1pPr marL="243834" indent="-243834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6425853" y="2036064"/>
            <a:ext cx="5178398" cy="3359025"/>
          </a:xfrm>
        </p:spPr>
        <p:txBody>
          <a:bodyPr>
            <a:noAutofit/>
          </a:bodyPr>
          <a:lstStyle>
            <a:lvl1pPr marL="243834" indent="-243834">
              <a:spcBef>
                <a:spcPts val="800"/>
              </a:spcBef>
              <a:spcAft>
                <a:spcPts val="0"/>
              </a:spcAft>
              <a:defRPr sz="3200"/>
            </a:lvl1pPr>
            <a:lvl2pPr>
              <a:spcBef>
                <a:spcPts val="800"/>
              </a:spcBef>
              <a:spcAft>
                <a:spcPts val="0"/>
              </a:spcAft>
              <a:defRPr sz="2667"/>
            </a:lvl2pPr>
            <a:lvl3pPr>
              <a:spcBef>
                <a:spcPts val="800"/>
              </a:spcBef>
              <a:spcAft>
                <a:spcPts val="0"/>
              </a:spcAft>
              <a:defRPr sz="2667"/>
            </a:lvl3pPr>
            <a:lvl4pPr>
              <a:spcBef>
                <a:spcPts val="800"/>
              </a:spcBef>
              <a:spcAft>
                <a:spcPts val="0"/>
              </a:spcAft>
              <a:defRPr sz="2667"/>
            </a:lvl4pPr>
            <a:lvl5pPr>
              <a:spcBef>
                <a:spcPts val="800"/>
              </a:spcBef>
              <a:spcAft>
                <a:spcPts val="0"/>
              </a:spcAft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3" name="Picture 7">
            <a:extLst>
              <a:ext uri="{FF2B5EF4-FFF2-40B4-BE49-F238E27FC236}">
                <a16:creationId xmlns:a16="http://schemas.microsoft.com/office/drawing/2014/main" id="{6706B998-D951-4F97-BE9F-3BD5E5624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75F1D15-790E-4D43-B620-7A5D6CBCA9E0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FD0DB0-BF01-4579-921F-67BE5D8B0BF0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1B1954A0-3B1F-45BD-8FA9-A147587702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B51710B4-0861-40EE-BAF9-A32A1CE164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96033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6" name="Picture 15" descr="A picture containing clipart&#10;&#10;Description automatically generated">
            <a:extLst>
              <a:ext uri="{FF2B5EF4-FFF2-40B4-BE49-F238E27FC236}">
                <a16:creationId xmlns:a16="http://schemas.microsoft.com/office/drawing/2014/main" id="{64BF9242-E8C9-4014-A4C2-51663B50DF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688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CD3726-52B7-4D64-8B2A-E9ECFDF6DFE8}"/>
              </a:ext>
            </a:extLst>
          </p:cNvPr>
          <p:cNvCxnSpPr/>
          <p:nvPr/>
        </p:nvCxnSpPr>
        <p:spPr>
          <a:xfrm>
            <a:off x="610394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262" y="277847"/>
            <a:ext cx="10864429" cy="1039895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9264" y="2036064"/>
            <a:ext cx="3519256" cy="3359025"/>
          </a:xfrm>
        </p:spPr>
        <p:txBody>
          <a:bodyPr>
            <a:noAutofit/>
          </a:bodyPr>
          <a:lstStyle>
            <a:lvl1pPr marL="0" indent="0">
              <a:spcBef>
                <a:spcPts val="800"/>
              </a:spcBef>
              <a:spcAft>
                <a:spcPts val="800"/>
              </a:spcAft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207539" y="2036064"/>
            <a:ext cx="3519256" cy="3359025"/>
          </a:xfrm>
        </p:spPr>
        <p:txBody>
          <a:bodyPr>
            <a:noAutofit/>
          </a:bodyPr>
          <a:lstStyle>
            <a:lvl1pPr marL="0" indent="0">
              <a:spcBef>
                <a:spcPts val="800"/>
              </a:spcBef>
              <a:spcAft>
                <a:spcPts val="800"/>
              </a:spcAft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4510179" y="2036064"/>
            <a:ext cx="3519256" cy="3359025"/>
          </a:xfrm>
        </p:spPr>
        <p:txBody>
          <a:bodyPr>
            <a:noAutofit/>
          </a:bodyPr>
          <a:lstStyle>
            <a:lvl1pPr marL="0" indent="0">
              <a:spcBef>
                <a:spcPts val="800"/>
              </a:spcBef>
              <a:spcAft>
                <a:spcPts val="800"/>
              </a:spcAft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867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7">
            <a:extLst>
              <a:ext uri="{FF2B5EF4-FFF2-40B4-BE49-F238E27FC236}">
                <a16:creationId xmlns:a16="http://schemas.microsoft.com/office/drawing/2014/main" id="{604E4302-EBCD-43F8-87C1-3B809E0D7B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02F4A6A-E078-44C5-8E0D-7BCEDBC74B2C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019E297-7697-47A9-81FB-2A72209EB648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3E9F65D5-F0E8-4EA4-B4AD-024D025D40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53908D7-AAD6-4959-A912-FDB612681F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96033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6" name="Picture 15" descr="A picture containing clipart&#10;&#10;Description automatically generated">
            <a:extLst>
              <a:ext uri="{FF2B5EF4-FFF2-40B4-BE49-F238E27FC236}">
                <a16:creationId xmlns:a16="http://schemas.microsoft.com/office/drawing/2014/main" id="{D1FC6923-967C-4866-ADFC-41A7D0559F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909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57877E05-DEA4-4FC5-879E-20570832F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132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5C8F04-F07B-4668-9F9F-8BDD89357081}"/>
              </a:ext>
            </a:extLst>
          </p:cNvPr>
          <p:cNvCxnSpPr/>
          <p:nvPr/>
        </p:nvCxnSpPr>
        <p:spPr>
          <a:xfrm>
            <a:off x="5421483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19A212-4F29-4E75-A434-E7B0CFE2C07F}"/>
              </a:ext>
            </a:extLst>
          </p:cNvPr>
          <p:cNvCxnSpPr/>
          <p:nvPr/>
        </p:nvCxnSpPr>
        <p:spPr>
          <a:xfrm>
            <a:off x="4300309" y="275167"/>
            <a:ext cx="0" cy="1043517"/>
          </a:xfrm>
          <a:prstGeom prst="line">
            <a:avLst/>
          </a:prstGeom>
          <a:ln w="412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0178" y="273050"/>
            <a:ext cx="7216615" cy="1044692"/>
          </a:xfrm>
        </p:spPr>
        <p:txBody>
          <a:bodyPr>
            <a:noAutofit/>
          </a:bodyPr>
          <a:lstStyle>
            <a:lvl1pPr algn="l">
              <a:defRPr sz="4000" b="1">
                <a:solidFill>
                  <a:srgbClr val="EC222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10179" y="2036062"/>
            <a:ext cx="7216616" cy="3684423"/>
          </a:xfrm>
        </p:spPr>
        <p:txBody>
          <a:bodyPr>
            <a:noAutofit/>
          </a:bodyPr>
          <a:lstStyle>
            <a:lvl1pPr marL="0" indent="0">
              <a:spcBef>
                <a:spcPts val="800"/>
              </a:spcBef>
              <a:spcAft>
                <a:spcPts val="0"/>
              </a:spcAft>
              <a:buNone/>
              <a:defRPr sz="3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4039620" cy="6858000"/>
          </a:xfrm>
        </p:spPr>
        <p:txBody>
          <a:bodyPr rtlCol="0" anchor="ctr">
            <a:normAutofit/>
          </a:bodyPr>
          <a:lstStyle>
            <a:lvl1pPr algn="ctr"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0BB96CA-A2ED-4646-843D-EEE743521AE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16084" y="6383867"/>
            <a:ext cx="4143471" cy="2667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/>
              <a:t>© 2019 Health Level Seven ® International. Licensed under Creative Commons Attribution 4.0 International HL7, Health Level Seven, FHIR and the FHIR flame logo are registered trademarks of Health Level Seven International. Reg. U.S. TM Office.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C7035E-9192-4B77-84BD-DB09E8D8D0D5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A1335D0-084F-4898-B8A1-A485E3328A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96033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22" name="Picture 21" descr="A picture containing clipart&#10;&#10;Description automatically generated">
            <a:extLst>
              <a:ext uri="{FF2B5EF4-FFF2-40B4-BE49-F238E27FC236}">
                <a16:creationId xmlns:a16="http://schemas.microsoft.com/office/drawing/2014/main" id="{49C06DB7-30F5-4F0E-9F86-4F4CFAE6B0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638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7">
            <a:extLst>
              <a:ext uri="{FF2B5EF4-FFF2-40B4-BE49-F238E27FC236}">
                <a16:creationId xmlns:a16="http://schemas.microsoft.com/office/drawing/2014/main" id="{438007AB-9407-42C5-AF1D-FDCF3B49A2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33" y="6231467"/>
            <a:ext cx="707887" cy="3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832B80-8B2A-4954-A529-4265A63CAB4D}"/>
              </a:ext>
            </a:extLst>
          </p:cNvPr>
          <p:cNvCxnSpPr/>
          <p:nvPr userDrawn="1"/>
        </p:nvCxnSpPr>
        <p:spPr>
          <a:xfrm>
            <a:off x="1307685" y="6184900"/>
            <a:ext cx="0" cy="510117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892B0C-0831-4140-965A-7EFB8731A638}"/>
              </a:ext>
            </a:extLst>
          </p:cNvPr>
          <p:cNvCxnSpPr/>
          <p:nvPr userDrawn="1"/>
        </p:nvCxnSpPr>
        <p:spPr>
          <a:xfrm>
            <a:off x="10188065" y="6389683"/>
            <a:ext cx="459915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36339CA-3043-4229-B59B-66EFA86460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02284" y="6390217"/>
            <a:ext cx="6048833" cy="21166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b="1"/>
              <a:t>© 2019 Health Level Seven ® International. Licensed under Creative Commons Attribution 4.0 International</a:t>
            </a:r>
          </a:p>
          <a:p>
            <a:r>
              <a:rPr lang="en-US" b="1"/>
              <a:t>HL7, Health Level Seven, FHIR and the FHIR flame logo are registered trademarks of Health Level Seven International. Reg. U.S. TM Office.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3E785D7-5D87-40DD-9617-7BFD7CC78D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3170" y="6396033"/>
            <a:ext cx="362422" cy="211667"/>
          </a:xfrm>
        </p:spPr>
        <p:txBody>
          <a:bodyPr/>
          <a:lstStyle>
            <a:lvl1pPr>
              <a:defRPr/>
            </a:lvl1pPr>
          </a:lstStyle>
          <a:p>
            <a:fld id="{6CACE926-AEF5-4BFE-8BD7-24414108CB7B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6714379B-79D8-4E01-A174-5D4B00882B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32632" y="6126518"/>
            <a:ext cx="386154" cy="57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6959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2594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5"/>
          <p:cNvSpPr>
            <a:spLocks noChangeShapeType="1"/>
          </p:cNvSpPr>
          <p:nvPr userDrawn="1"/>
        </p:nvSpPr>
        <p:spPr bwMode="auto">
          <a:xfrm>
            <a:off x="953015" y="3790167"/>
            <a:ext cx="10279538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 sz="1800"/>
          </a:p>
        </p:txBody>
      </p:sp>
      <p:pic>
        <p:nvPicPr>
          <p:cNvPr id="5" name="Picture 4" descr="Creative Commons Licenc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24" y="6192777"/>
            <a:ext cx="839291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 userDrawn="1"/>
        </p:nvSpPr>
        <p:spPr bwMode="auto">
          <a:xfrm>
            <a:off x="624204" y="1556792"/>
            <a:ext cx="11151739" cy="144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" name="Picture 13" descr="HL7 International 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34" y="304800"/>
            <a:ext cx="111119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1697" y="836712"/>
            <a:ext cx="8844483" cy="2592288"/>
          </a:xfrm>
        </p:spPr>
        <p:txBody>
          <a:bodyPr/>
          <a:lstStyle>
            <a:lvl1pPr algn="ctr">
              <a:defRPr sz="56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1" name="Rectangle 10"/>
          <p:cNvSpPr/>
          <p:nvPr userDrawn="1"/>
        </p:nvSpPr>
        <p:spPr bwMode="auto">
          <a:xfrm>
            <a:off x="10814587" y="5717759"/>
            <a:ext cx="1057492" cy="7920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831181" y="3962400"/>
            <a:ext cx="8545513" cy="1873251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035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932" y="332657"/>
            <a:ext cx="9300094" cy="115200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662" y="1828800"/>
            <a:ext cx="11190552" cy="46245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08889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auto">
          <a:xfrm>
            <a:off x="10515834" y="5565993"/>
            <a:ext cx="1345900" cy="9361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338" y="4406901"/>
            <a:ext cx="10376694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4338" y="2906713"/>
            <a:ext cx="10376694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13" descr="HL7 International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34" y="304800"/>
            <a:ext cx="111119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C108A-7415-F748-BC28-935EE8FA8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72388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31934" y="252899"/>
            <a:ext cx="11440146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1934" y="332658"/>
            <a:ext cx="8748347" cy="11801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3535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31934" y="252899"/>
            <a:ext cx="11440146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1934" y="332658"/>
            <a:ext cx="8748347" cy="11801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76561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661" y="1828800"/>
            <a:ext cx="5493544" cy="46245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670" y="1828800"/>
            <a:ext cx="5493544" cy="46245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77520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31934" y="252899"/>
            <a:ext cx="11440146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1934" y="332658"/>
            <a:ext cx="8748347" cy="11801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059862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31934" y="252899"/>
            <a:ext cx="11440146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1934" y="332658"/>
            <a:ext cx="8748347" cy="11801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371210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31934" y="252899"/>
            <a:ext cx="11440146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1934" y="332658"/>
            <a:ext cx="8748347" cy="11801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932054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431934" y="252899"/>
            <a:ext cx="11440146" cy="62646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661" y="6304236"/>
            <a:ext cx="961357" cy="2211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3E5C4-3E2B-40F1-9F2B-C46CEB0C88DF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1934" y="332658"/>
            <a:ext cx="8748347" cy="118014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89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58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67761" y="404814"/>
            <a:ext cx="10930676" cy="1285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67761" y="1825625"/>
            <a:ext cx="10930676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  <a:endParaRPr lang="de-DE" dirty="0"/>
          </a:p>
        </p:txBody>
      </p:sp>
      <p:sp>
        <p:nvSpPr>
          <p:cNvPr id="13" name="Fußzeilenplatzhalter 12"/>
          <p:cNvSpPr>
            <a:spLocks noGrp="1"/>
          </p:cNvSpPr>
          <p:nvPr>
            <p:ph type="ftr" sz="quarter" idx="3"/>
          </p:nvPr>
        </p:nvSpPr>
        <p:spPr>
          <a:xfrm>
            <a:off x="767761" y="6228001"/>
            <a:ext cx="4120158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600" baseline="0">
                <a:solidFill>
                  <a:schemeClr val="tx1"/>
                </a:solidFill>
                <a:latin typeface="Glober Regular" charset="0"/>
              </a:defRPr>
            </a:lvl1pPr>
          </a:lstStyle>
          <a:p>
            <a:r>
              <a:rPr lang="de-DE" err="1"/>
              <a:t>Ahdis</a:t>
            </a:r>
            <a:r>
              <a:rPr lang="de-DE"/>
              <a:t> </a:t>
            </a:r>
            <a:r>
              <a:rPr lang="de-DE" err="1"/>
              <a:t>gmbh</a:t>
            </a:r>
            <a:r>
              <a:rPr lang="de-DE"/>
              <a:t>, </a:t>
            </a:r>
            <a:r>
              <a:rPr lang="de-DE" err="1"/>
              <a:t>zürich</a:t>
            </a:r>
            <a:r>
              <a:rPr lang="de-DE"/>
              <a:t>, </a:t>
            </a:r>
            <a:r>
              <a:rPr lang="de-DE" err="1"/>
              <a:t>switzerland</a:t>
            </a:r>
            <a:r>
              <a:rPr lang="de-DE"/>
              <a:t>, </a:t>
            </a:r>
            <a:r>
              <a:rPr lang="de-CH"/>
              <a:t>27/11/2015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311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75" r:id="rId7"/>
    <p:sldLayoutId id="2147483916" r:id="rId8"/>
    <p:sldLayoutId id="2147483931" r:id="rId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 baseline="0">
          <a:solidFill>
            <a:schemeClr val="tx1"/>
          </a:solidFill>
          <a:latin typeface="Glober xBold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/>
        <a:buChar char="•"/>
        <a:defRPr sz="2800" kern="1200" baseline="0">
          <a:solidFill>
            <a:schemeClr val="tx1"/>
          </a:solidFill>
          <a:latin typeface="Glober Regular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Glober Regular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Glober Regular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Glober Regular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/>
        <a:buChar char="•"/>
        <a:defRPr sz="1200" kern="1200" baseline="0">
          <a:solidFill>
            <a:schemeClr val="tx1"/>
          </a:solidFill>
          <a:latin typeface="Glober Regular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pos="483">
          <p15:clr>
            <a:srgbClr val="F26B43"/>
          </p15:clr>
        </p15:guide>
        <p15:guide id="3" orient="horz" pos="3838">
          <p15:clr>
            <a:srgbClr val="F26B43"/>
          </p15:clr>
        </p15:guide>
        <p15:guide id="4" pos="3840">
          <p15:clr>
            <a:srgbClr val="F26B43"/>
          </p15:clr>
        </p15:guide>
        <p15:guide id="5" pos="7355">
          <p15:clr>
            <a:srgbClr val="F26B43"/>
          </p15:clr>
        </p15:guide>
        <p15:guide id="6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86693" y="304801"/>
            <a:ext cx="10885355" cy="1219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693" y="1828800"/>
            <a:ext cx="11190552" cy="3883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78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300395" y="6477000"/>
            <a:ext cx="111905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700">
                <a:solidFill>
                  <a:srgbClr val="747679"/>
                </a:solidFill>
              </a:defRPr>
            </a:lvl1pPr>
          </a:lstStyle>
          <a:p>
            <a:endParaRPr lang="en-US"/>
          </a:p>
        </p:txBody>
      </p:sp>
      <p:sp>
        <p:nvSpPr>
          <p:cNvPr id="32786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44883" y="6477000"/>
            <a:ext cx="33063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800"/>
            </a:lvl1pPr>
          </a:lstStyle>
          <a:p>
            <a:fld id="{DD8FDF0E-2772-4D89-9F72-F3CB15D8B8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66474" y="6468450"/>
            <a:ext cx="6504654" cy="2371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700">
                <a:solidFill>
                  <a:srgbClr val="747679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kern="0"/>
              <a:t>® Health Level Seven and HL7 are registered trademarks of Health Level Seven International, registered with the United States Patent and Trademark Office.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11444883" y="6477000"/>
            <a:ext cx="34484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2B008D-63F7-4C25-B01D-C0BD26A3FBEF}"/>
              </a:ext>
            </a:extLst>
          </p:cNvPr>
          <p:cNvCxnSpPr/>
          <p:nvPr userDrawn="1"/>
        </p:nvCxnSpPr>
        <p:spPr>
          <a:xfrm>
            <a:off x="2210442" y="6248400"/>
            <a:ext cx="0" cy="457200"/>
          </a:xfrm>
          <a:prstGeom prst="line">
            <a:avLst/>
          </a:prstGeom>
          <a:ln w="6350">
            <a:solidFill>
              <a:srgbClr val="3D30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2B51C9-0789-437B-AD1E-1888E9141F81}"/>
              </a:ext>
            </a:extLst>
          </p:cNvPr>
          <p:cNvCxnSpPr/>
          <p:nvPr userDrawn="1"/>
        </p:nvCxnSpPr>
        <p:spPr>
          <a:xfrm>
            <a:off x="11444883" y="6477000"/>
            <a:ext cx="344846" cy="0"/>
          </a:xfrm>
          <a:prstGeom prst="lin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ED14BA97-088A-4FBB-85B8-D858E10824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00" r="194" b="24804"/>
          <a:stretch/>
        </p:blipFill>
        <p:spPr>
          <a:xfrm>
            <a:off x="689172" y="6203384"/>
            <a:ext cx="1441875" cy="53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469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67" r:id="rId2"/>
    <p:sldLayoutId id="2147483869" r:id="rId3"/>
    <p:sldLayoutId id="2147483870" r:id="rId4"/>
    <p:sldLayoutId id="2147483873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7" r:id="rId14"/>
    <p:sldLayoutId id="2147483924" r:id="rId15"/>
    <p:sldLayoutId id="2147483929" r:id="rId16"/>
    <p:sldLayoutId id="2147483930" r:id="rId17"/>
  </p:sldLayoutIdLst>
  <p:hf hdr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EC2227"/>
        </a:buClr>
        <a:buSzPct val="82000"/>
        <a:buFont typeface="Wingdings" charset="2"/>
        <a:buChar char="§"/>
        <a:defRPr sz="3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EC2227"/>
        </a:buClr>
        <a:buSzPct val="80000"/>
        <a:buFont typeface="Lucida Grande"/>
        <a:buChar char="-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EC2227"/>
        </a:buClr>
        <a:buSzPct val="58000"/>
        <a:buFont typeface="Wingdings" charset="2"/>
        <a:buChar char="Ø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EC2227"/>
        </a:buClr>
        <a:buFont typeface="Wingdings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EC2227"/>
        </a:buClr>
        <a:buSzPct val="85000"/>
        <a:buFont typeface="Wingdings" charset="2"/>
        <a:buChar char="ü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15"/>
          <p:cNvSpPr txBox="1">
            <a:spLocks noChangeArrowheads="1"/>
          </p:cNvSpPr>
          <p:nvPr/>
        </p:nvSpPr>
        <p:spPr bwMode="auto">
          <a:xfrm>
            <a:off x="457200" y="6300788"/>
            <a:ext cx="89296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de-DE" sz="1400">
                <a:solidFill>
                  <a:srgbClr val="697D91"/>
                </a:solidFill>
                <a:latin typeface="Lucida Sans" pitchFamily="34" charset="0"/>
              </a:rPr>
              <a:t>Berner Fachhochschule | Haute </a:t>
            </a:r>
            <a:r>
              <a:rPr lang="de-DE" sz="1400" err="1">
                <a:solidFill>
                  <a:srgbClr val="697D91"/>
                </a:solidFill>
                <a:latin typeface="Lucida Sans" pitchFamily="34" charset="0"/>
              </a:rPr>
              <a:t>école</a:t>
            </a:r>
            <a:r>
              <a:rPr lang="de-DE" sz="1400">
                <a:solidFill>
                  <a:srgbClr val="697D91"/>
                </a:solidFill>
                <a:latin typeface="Lucida Sans" pitchFamily="34" charset="0"/>
              </a:rPr>
              <a:t> </a:t>
            </a:r>
            <a:r>
              <a:rPr lang="de-DE" sz="1400" err="1">
                <a:solidFill>
                  <a:srgbClr val="697D91"/>
                </a:solidFill>
                <a:latin typeface="Lucida Sans" pitchFamily="34" charset="0"/>
              </a:rPr>
              <a:t>spécialisée</a:t>
            </a:r>
            <a:r>
              <a:rPr lang="de-DE" sz="1400">
                <a:solidFill>
                  <a:srgbClr val="697D91"/>
                </a:solidFill>
                <a:latin typeface="Lucida Sans" pitchFamily="34" charset="0"/>
              </a:rPr>
              <a:t> </a:t>
            </a:r>
            <a:r>
              <a:rPr lang="de-DE" sz="1400" err="1">
                <a:solidFill>
                  <a:srgbClr val="697D91"/>
                </a:solidFill>
                <a:latin typeface="Lucida Sans" pitchFamily="34" charset="0"/>
              </a:rPr>
              <a:t>bernoise</a:t>
            </a:r>
            <a:r>
              <a:rPr lang="de-DE" sz="1400">
                <a:solidFill>
                  <a:srgbClr val="697D91"/>
                </a:solidFill>
                <a:latin typeface="Lucida Sans" pitchFamily="34" charset="0"/>
              </a:rPr>
              <a:t> | Bern University of Applied Sciences</a:t>
            </a:r>
          </a:p>
        </p:txBody>
      </p:sp>
      <p:sp>
        <p:nvSpPr>
          <p:cNvPr id="2" name="Rechteck 1"/>
          <p:cNvSpPr/>
          <p:nvPr/>
        </p:nvSpPr>
        <p:spPr>
          <a:xfrm>
            <a:off x="0" y="0"/>
            <a:ext cx="12207875" cy="6858000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8748713" y="6300788"/>
            <a:ext cx="28495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smtClean="0">
                <a:solidFill>
                  <a:schemeClr val="tx1">
                    <a:tint val="75000"/>
                  </a:schemeClr>
                </a:solidFill>
                <a:latin typeface="Lucida Sans" pitchFamily="34" charset="0"/>
              </a:defRPr>
            </a:lvl1pPr>
          </a:lstStyle>
          <a:p>
            <a:pPr>
              <a:defRPr/>
            </a:pPr>
            <a:fld id="{B7BACB64-ACD3-4495-9A64-936FBCA468A7}" type="slidenum">
              <a:rPr lang="de-CH"/>
              <a:pPr>
                <a:defRPr/>
              </a:pPr>
              <a:t>‹#›</a:t>
            </a:fld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71" r:id="rId11"/>
  </p:sldLayoutIdLs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61C90A7-CCEE-4CD4-A796-FAE18E5706C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10394" y="275167"/>
            <a:ext cx="109870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34F8ABE-9AAD-4F94-B2B2-2FE8B41D28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10394" y="1600201"/>
            <a:ext cx="10987088" cy="452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AFBDA-EF00-4D5A-B47F-281125799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0394" y="5916085"/>
            <a:ext cx="2848504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000000"/>
                </a:solidFill>
                <a:cs typeface="Arial" panose="020B0604020202020204" pitchFamily="34" charset="0"/>
              </a:defRPr>
            </a:lvl1pPr>
          </a:lstStyle>
          <a:p>
            <a:fld id="{7CE3BD8C-C39F-4FFF-9CD5-05E4806DBFF3}" type="datetime1">
              <a:rPr lang="en-US" altLang="en-US" smtClean="0"/>
              <a:t>12/2/2025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53632-C492-4515-B901-41AFB2587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02284" y="6390217"/>
            <a:ext cx="6048833" cy="211667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667">
                <a:solidFill>
                  <a:srgbClr val="747679"/>
                </a:solidFill>
                <a:cs typeface="Arial" panose="020B0604020202020204" pitchFamily="34" charset="0"/>
              </a:defRPr>
            </a:lvl1pPr>
          </a:lstStyle>
          <a:p>
            <a:r>
              <a:rPr lang="en-US" b="1"/>
              <a:t>© 2019 Health Level Seven ® International. Licensed under Creative Commons Attribution 4.0 International HL7, Health Level Seven, FHIR and the FHIR flame logo are registered trademarks of Health Level Seven International. Reg. U.S. TM Office.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A2006-CD71-435D-B767-98CFF7C45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1957" y="6390217"/>
            <a:ext cx="362422" cy="211667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933">
                <a:cs typeface="Arial" panose="020B0604020202020204" pitchFamily="34" charset="0"/>
              </a:defRPr>
            </a:lvl1pPr>
          </a:lstStyle>
          <a:p>
            <a:fld id="{1D7CB6CA-6139-4024-BF52-A3AF11B6BC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764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  <p:sldLayoutId id="2147483894" r:id="rId14"/>
    <p:sldLayoutId id="2147483895" r:id="rId15"/>
    <p:sldLayoutId id="2147483896" r:id="rId16"/>
    <p:sldLayoutId id="2147483897" r:id="rId17"/>
    <p:sldLayoutId id="2147483898" r:id="rId18"/>
    <p:sldLayoutId id="2147483899" r:id="rId19"/>
    <p:sldLayoutId id="2147483900" r:id="rId20"/>
    <p:sldLayoutId id="2147483901" r:id="rId21"/>
  </p:sldLayoutIdLst>
  <p:hf hd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panose="020B0604020202020204" pitchFamily="34" charset="0"/>
          <a:ea typeface="ヒラギノ角ゴ Pro W3" pitchFamily="-126" charset="-128"/>
        </a:defRPr>
      </a:lvl9pPr>
    </p:titleStyle>
    <p:bodyStyle>
      <a:lvl1pPr marL="457189" indent="-457189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1pPr>
      <a:lvl2pPr marL="990575" indent="-380990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2pPr>
      <a:lvl3pPr marL="1523962" indent="-304792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3pPr>
      <a:lvl4pPr marL="2133547" indent="-304792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4pPr>
      <a:lvl5pPr marL="2743131" indent="-304792" algn="l" defTabSz="609585" rtl="0" eaLnBrk="1" fontAlgn="base" hangingPunct="1">
        <a:spcBef>
          <a:spcPts val="8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Arial"/>
          <a:ea typeface="ヒラギノ角ゴ Pro W3" pitchFamily="-126" charset="-128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BF201C-4D7B-42C6-9610-32AFABEF970B}"/>
              </a:ext>
            </a:extLst>
          </p:cNvPr>
          <p:cNvSpPr/>
          <p:nvPr/>
        </p:nvSpPr>
        <p:spPr>
          <a:xfrm>
            <a:off x="7364013" y="5817201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DiagnosticReport: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Report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F3DEA9-AFF0-4AF0-92F8-92666E98C5A5}"/>
              </a:ext>
            </a:extLst>
          </p:cNvPr>
          <p:cNvSpPr/>
          <p:nvPr/>
        </p:nvSpPr>
        <p:spPr>
          <a:xfrm>
            <a:off x="4919494" y="590720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Composition: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Report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EF8CE3DF-FF68-4EEB-AE83-F34CE556C5FB}"/>
              </a:ext>
            </a:extLst>
          </p:cNvPr>
          <p:cNvCxnSpPr>
            <a:cxnSpLocks/>
            <a:stCxn id="2" idx="2"/>
            <a:endCxn id="70" idx="0"/>
          </p:cNvCxnSpPr>
          <p:nvPr/>
        </p:nvCxnSpPr>
        <p:spPr>
          <a:xfrm rot="5400000" flipH="1">
            <a:off x="4158513" y="2269702"/>
            <a:ext cx="5802481" cy="2444519"/>
          </a:xfrm>
          <a:prstGeom prst="bentConnector5">
            <a:avLst>
              <a:gd name="adj1" fmla="val -5628"/>
              <a:gd name="adj2" fmla="val -150514"/>
              <a:gd name="adj3" fmla="val 10394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Shape 45">
            <a:extLst>
              <a:ext uri="{FF2B5EF4-FFF2-40B4-BE49-F238E27FC236}">
                <a16:creationId xmlns:a16="http://schemas.microsoft.com/office/drawing/2014/main" id="{1083A091-7A3E-4319-8754-139E9BB5F9D8}"/>
              </a:ext>
            </a:extLst>
          </p:cNvPr>
          <p:cNvSpPr/>
          <p:nvPr/>
        </p:nvSpPr>
        <p:spPr>
          <a:xfrm>
            <a:off x="6926876" y="4303356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 1..1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73283-14DB-37EC-D1D9-02B7DA2B1226}"/>
              </a:ext>
            </a:extLst>
          </p:cNvPr>
          <p:cNvSpPr/>
          <p:nvPr/>
        </p:nvSpPr>
        <p:spPr>
          <a:xfrm>
            <a:off x="4918382" y="3625308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64EA94B-E277-BE76-2059-4C0F1F5D34D9}"/>
              </a:ext>
            </a:extLst>
          </p:cNvPr>
          <p:cNvCxnSpPr>
            <a:cxnSpLocks/>
          </p:cNvCxnSpPr>
          <p:nvPr/>
        </p:nvCxnSpPr>
        <p:spPr>
          <a:xfrm rot="10800000">
            <a:off x="5392268" y="4201308"/>
            <a:ext cx="1964863" cy="1777972"/>
          </a:xfrm>
          <a:prstGeom prst="bentConnector3">
            <a:avLst>
              <a:gd name="adj1" fmla="val 10005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hape 45">
            <a:extLst>
              <a:ext uri="{FF2B5EF4-FFF2-40B4-BE49-F238E27FC236}">
                <a16:creationId xmlns:a16="http://schemas.microsoft.com/office/drawing/2014/main" id="{92F01B6D-D487-681B-E109-E500A4250AC0}"/>
              </a:ext>
            </a:extLst>
          </p:cNvPr>
          <p:cNvSpPr/>
          <p:nvPr/>
        </p:nvSpPr>
        <p:spPr>
          <a:xfrm>
            <a:off x="7224404" y="148043"/>
            <a:ext cx="33903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de-CH" sz="110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extension:DiagnosticReportCompositionR5 1..1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8C616F-42F3-C031-3EEB-385D1EAE2D43}"/>
              </a:ext>
            </a:extLst>
          </p:cNvPr>
          <p:cNvSpPr/>
          <p:nvPr/>
        </p:nvSpPr>
        <p:spPr>
          <a:xfrm>
            <a:off x="9069481" y="1184002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Observation Results: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45">
            <a:extLst>
              <a:ext uri="{FF2B5EF4-FFF2-40B4-BE49-F238E27FC236}">
                <a16:creationId xmlns:a16="http://schemas.microsoft.com/office/drawing/2014/main" id="{B8871091-4862-7ECF-53BA-67D143FA45F2}"/>
              </a:ext>
            </a:extLst>
          </p:cNvPr>
          <p:cNvSpPr/>
          <p:nvPr/>
        </p:nvSpPr>
        <p:spPr>
          <a:xfrm>
            <a:off x="9494313" y="6277691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result 1..1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413260F-AEB7-D0BB-EA9B-37D7855E6790}"/>
              </a:ext>
            </a:extLst>
          </p:cNvPr>
          <p:cNvCxnSpPr>
            <a:cxnSpLocks/>
            <a:stCxn id="70" idx="1"/>
            <a:endCxn id="53" idx="0"/>
          </p:cNvCxnSpPr>
          <p:nvPr/>
        </p:nvCxnSpPr>
        <p:spPr>
          <a:xfrm rot="10800000" flipV="1">
            <a:off x="2082692" y="878719"/>
            <a:ext cx="2836802" cy="105760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hape 45">
            <a:extLst>
              <a:ext uri="{FF2B5EF4-FFF2-40B4-BE49-F238E27FC236}">
                <a16:creationId xmlns:a16="http://schemas.microsoft.com/office/drawing/2014/main" id="{8D6C725B-4D35-71F3-49FB-EB9766842CD3}"/>
              </a:ext>
            </a:extLst>
          </p:cNvPr>
          <p:cNvSpPr/>
          <p:nvPr/>
        </p:nvSpPr>
        <p:spPr>
          <a:xfrm>
            <a:off x="4807679" y="2493961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 1..1</a:t>
            </a:r>
          </a:p>
        </p:txBody>
      </p:sp>
      <p:sp>
        <p:nvSpPr>
          <p:cNvPr id="29" name="Shape 45">
            <a:extLst>
              <a:ext uri="{FF2B5EF4-FFF2-40B4-BE49-F238E27FC236}">
                <a16:creationId xmlns:a16="http://schemas.microsoft.com/office/drawing/2014/main" id="{0AF06171-89C7-3D00-7A54-63F429131BC5}"/>
              </a:ext>
            </a:extLst>
          </p:cNvPr>
          <p:cNvSpPr/>
          <p:nvPr/>
        </p:nvSpPr>
        <p:spPr>
          <a:xfrm>
            <a:off x="1074433" y="126100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author 1..1</a:t>
            </a:r>
          </a:p>
        </p:txBody>
      </p:sp>
      <p:sp>
        <p:nvSpPr>
          <p:cNvPr id="34" name="Shape 45">
            <a:extLst>
              <a:ext uri="{FF2B5EF4-FFF2-40B4-BE49-F238E27FC236}">
                <a16:creationId xmlns:a16="http://schemas.microsoft.com/office/drawing/2014/main" id="{309AAC48-53C7-A6AE-30C4-D3115B357921}"/>
              </a:ext>
            </a:extLst>
          </p:cNvPr>
          <p:cNvSpPr/>
          <p:nvPr/>
        </p:nvSpPr>
        <p:spPr>
          <a:xfrm>
            <a:off x="7643698" y="13584410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 0..1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AA5D3D-C639-DEF3-97E5-F645D2356F8E}"/>
              </a:ext>
            </a:extLst>
          </p:cNvPr>
          <p:cNvSpPr/>
          <p:nvPr/>
        </p:nvSpPr>
        <p:spPr>
          <a:xfrm>
            <a:off x="8670760" y="2689599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Specimen: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4DD6A50-45C4-4C49-1247-ED850774EB34}"/>
              </a:ext>
            </a:extLst>
          </p:cNvPr>
          <p:cNvCxnSpPr>
            <a:cxnSpLocks/>
            <a:stCxn id="70" idx="3"/>
            <a:endCxn id="14" idx="0"/>
          </p:cNvCxnSpPr>
          <p:nvPr/>
        </p:nvCxnSpPr>
        <p:spPr>
          <a:xfrm>
            <a:off x="6755494" y="878720"/>
            <a:ext cx="3231987" cy="30528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hape 45">
            <a:extLst>
              <a:ext uri="{FF2B5EF4-FFF2-40B4-BE49-F238E27FC236}">
                <a16:creationId xmlns:a16="http://schemas.microsoft.com/office/drawing/2014/main" id="{9B84A21F-BAC5-874D-C1CD-20F70C73D73A}"/>
              </a:ext>
            </a:extLst>
          </p:cNvPr>
          <p:cNvSpPr/>
          <p:nvPr/>
        </p:nvSpPr>
        <p:spPr>
          <a:xfrm>
            <a:off x="7358433" y="659689"/>
            <a:ext cx="145762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section.entry 1..1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31759CB1-7669-C8F1-5B4D-21EC368DF435}"/>
              </a:ext>
            </a:extLst>
          </p:cNvPr>
          <p:cNvCxnSpPr>
            <a:cxnSpLocks/>
            <a:stCxn id="35" idx="1"/>
          </p:cNvCxnSpPr>
          <p:nvPr/>
        </p:nvCxnSpPr>
        <p:spPr>
          <a:xfrm rot="10800000" flipV="1">
            <a:off x="6755500" y="2977598"/>
            <a:ext cx="1915261" cy="1087353"/>
          </a:xfrm>
          <a:prstGeom prst="bentConnector3">
            <a:avLst>
              <a:gd name="adj1" fmla="val 1974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7767DFC-383C-63C3-71DA-1EE15167E1BA}"/>
              </a:ext>
            </a:extLst>
          </p:cNvPr>
          <p:cNvCxnSpPr>
            <a:cxnSpLocks/>
            <a:endCxn id="35" idx="3"/>
          </p:cNvCxnSpPr>
          <p:nvPr/>
        </p:nvCxnSpPr>
        <p:spPr>
          <a:xfrm rot="5400000" flipH="1" flipV="1">
            <a:off x="8363781" y="3818223"/>
            <a:ext cx="2983602" cy="1302355"/>
          </a:xfrm>
          <a:prstGeom prst="bentConnector4">
            <a:avLst>
              <a:gd name="adj1" fmla="val -85"/>
              <a:gd name="adj2" fmla="val 12041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hape 45">
            <a:extLst>
              <a:ext uri="{FF2B5EF4-FFF2-40B4-BE49-F238E27FC236}">
                <a16:creationId xmlns:a16="http://schemas.microsoft.com/office/drawing/2014/main" id="{7C26EC17-BB27-C3DC-AC4D-2F5B34EC0AA3}"/>
              </a:ext>
            </a:extLst>
          </p:cNvPr>
          <p:cNvSpPr/>
          <p:nvPr/>
        </p:nvSpPr>
        <p:spPr>
          <a:xfrm>
            <a:off x="6478054" y="1387524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performer 1..1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F6C34B9-6FAB-61E8-B294-6C168359BA6B}"/>
              </a:ext>
            </a:extLst>
          </p:cNvPr>
          <p:cNvSpPr/>
          <p:nvPr/>
        </p:nvSpPr>
        <p:spPr>
          <a:xfrm>
            <a:off x="7362779" y="4833584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ServiceRequest: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Order</a:t>
            </a:r>
          </a:p>
        </p:txBody>
      </p:sp>
      <p:sp>
        <p:nvSpPr>
          <p:cNvPr id="102" name="Shape 45">
            <a:extLst>
              <a:ext uri="{FF2B5EF4-FFF2-40B4-BE49-F238E27FC236}">
                <a16:creationId xmlns:a16="http://schemas.microsoft.com/office/drawing/2014/main" id="{3644481C-BFD3-500F-0FC8-66AE285BFA67}"/>
              </a:ext>
            </a:extLst>
          </p:cNvPr>
          <p:cNvSpPr/>
          <p:nvPr/>
        </p:nvSpPr>
        <p:spPr>
          <a:xfrm>
            <a:off x="9456143" y="5755340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 1..1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2BFABD96-AFBA-0FF4-283E-1570ABADE29A}"/>
              </a:ext>
            </a:extLst>
          </p:cNvPr>
          <p:cNvCxnSpPr>
            <a:cxnSpLocks/>
            <a:endCxn id="14" idx="3"/>
          </p:cNvCxnSpPr>
          <p:nvPr/>
        </p:nvCxnSpPr>
        <p:spPr>
          <a:xfrm rot="5400000" flipH="1" flipV="1">
            <a:off x="7660374" y="3016033"/>
            <a:ext cx="4789137" cy="1701077"/>
          </a:xfrm>
          <a:prstGeom prst="bentConnector4">
            <a:avLst>
              <a:gd name="adj1" fmla="val 167"/>
              <a:gd name="adj2" fmla="val 11343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Shape 45">
            <a:extLst>
              <a:ext uri="{FF2B5EF4-FFF2-40B4-BE49-F238E27FC236}">
                <a16:creationId xmlns:a16="http://schemas.microsoft.com/office/drawing/2014/main" id="{37A58A43-29FE-4183-5356-E14167720510}"/>
              </a:ext>
            </a:extLst>
          </p:cNvPr>
          <p:cNvSpPr/>
          <p:nvPr/>
        </p:nvSpPr>
        <p:spPr>
          <a:xfrm>
            <a:off x="5835599" y="5746865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 1..1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ABE813FA-1943-E8D9-2B56-DAB900B3BCD1}"/>
              </a:ext>
            </a:extLst>
          </p:cNvPr>
          <p:cNvCxnSpPr>
            <a:cxnSpLocks/>
            <a:stCxn id="62" idx="0"/>
            <a:endCxn id="6" idx="2"/>
          </p:cNvCxnSpPr>
          <p:nvPr/>
        </p:nvCxnSpPr>
        <p:spPr>
          <a:xfrm rot="16200000" flipV="1">
            <a:off x="6742443" y="3295247"/>
            <a:ext cx="632276" cy="244439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C116E6D1-BF7A-A281-276A-4BF3EFF8242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55497" y="1615015"/>
            <a:ext cx="2313985" cy="211843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Shape 45">
            <a:extLst>
              <a:ext uri="{FF2B5EF4-FFF2-40B4-BE49-F238E27FC236}">
                <a16:creationId xmlns:a16="http://schemas.microsoft.com/office/drawing/2014/main" id="{9BC4370F-57C2-93DC-9559-D1E9138F8284}"/>
              </a:ext>
            </a:extLst>
          </p:cNvPr>
          <p:cNvSpPr/>
          <p:nvPr/>
        </p:nvSpPr>
        <p:spPr>
          <a:xfrm>
            <a:off x="6898839" y="2493961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 1..1</a:t>
            </a: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9B117187-4B21-5B03-7AD0-C27EE5EEAA9D}"/>
              </a:ext>
            </a:extLst>
          </p:cNvPr>
          <p:cNvCxnSpPr>
            <a:cxnSpLocks/>
            <a:stCxn id="14" idx="2"/>
            <a:endCxn id="35" idx="0"/>
          </p:cNvCxnSpPr>
          <p:nvPr/>
        </p:nvCxnSpPr>
        <p:spPr>
          <a:xfrm rot="5400000">
            <a:off x="9323323" y="2025440"/>
            <a:ext cx="929597" cy="398721"/>
          </a:xfrm>
          <a:prstGeom prst="bentConnector3">
            <a:avLst>
              <a:gd name="adj1" fmla="val 4332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Shape 45">
            <a:extLst>
              <a:ext uri="{FF2B5EF4-FFF2-40B4-BE49-F238E27FC236}">
                <a16:creationId xmlns:a16="http://schemas.microsoft.com/office/drawing/2014/main" id="{6DE93DE3-E5D9-9FE8-0FC8-44EC55B88B61}"/>
              </a:ext>
            </a:extLst>
          </p:cNvPr>
          <p:cNvSpPr/>
          <p:nvPr/>
        </p:nvSpPr>
        <p:spPr>
          <a:xfrm>
            <a:off x="9627216" y="2301943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 1..1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96877E6E-C172-271C-66AE-F21E4492554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28587" y="1345291"/>
            <a:ext cx="6040907" cy="2647489"/>
          </a:xfrm>
          <a:prstGeom prst="bentConnector3">
            <a:avLst>
              <a:gd name="adj1" fmla="val 7585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FFA60F32-180C-7E7D-4DAD-FF72B39B2D3C}"/>
              </a:ext>
            </a:extLst>
          </p:cNvPr>
          <p:cNvCxnSpPr>
            <a:cxnSpLocks/>
            <a:stCxn id="70" idx="2"/>
            <a:endCxn id="6" idx="0"/>
          </p:cNvCxnSpPr>
          <p:nvPr/>
        </p:nvCxnSpPr>
        <p:spPr>
          <a:xfrm rot="5400000">
            <a:off x="4607644" y="2395458"/>
            <a:ext cx="2458588" cy="11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Shape 45">
            <a:extLst>
              <a:ext uri="{FF2B5EF4-FFF2-40B4-BE49-F238E27FC236}">
                <a16:creationId xmlns:a16="http://schemas.microsoft.com/office/drawing/2014/main" id="{C8EAD176-9395-3235-E777-A09BBBFB34DD}"/>
              </a:ext>
            </a:extLst>
          </p:cNvPr>
          <p:cNvSpPr/>
          <p:nvPr/>
        </p:nvSpPr>
        <p:spPr>
          <a:xfrm>
            <a:off x="5327696" y="6273906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performer 1..1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sp>
        <p:nvSpPr>
          <p:cNvPr id="212" name="Shape 45">
            <a:extLst>
              <a:ext uri="{FF2B5EF4-FFF2-40B4-BE49-F238E27FC236}">
                <a16:creationId xmlns:a16="http://schemas.microsoft.com/office/drawing/2014/main" id="{4874AD59-02A7-5054-76C7-506197E1A978}"/>
              </a:ext>
            </a:extLst>
          </p:cNvPr>
          <p:cNvSpPr/>
          <p:nvPr/>
        </p:nvSpPr>
        <p:spPr>
          <a:xfrm>
            <a:off x="7196731" y="3852174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A1391DF3-4DBF-6E3F-37F4-6AF0A15C8F08}"/>
              </a:ext>
            </a:extLst>
          </p:cNvPr>
          <p:cNvCxnSpPr>
            <a:cxnSpLocks/>
            <a:endCxn id="35" idx="2"/>
          </p:cNvCxnSpPr>
          <p:nvPr/>
        </p:nvCxnSpPr>
        <p:spPr>
          <a:xfrm rot="5400000" flipH="1" flipV="1">
            <a:off x="8376309" y="3623457"/>
            <a:ext cx="1570309" cy="8545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Shape 45">
            <a:extLst>
              <a:ext uri="{FF2B5EF4-FFF2-40B4-BE49-F238E27FC236}">
                <a16:creationId xmlns:a16="http://schemas.microsoft.com/office/drawing/2014/main" id="{633F0678-25C5-49D2-68BD-732CBA37CB03}"/>
              </a:ext>
            </a:extLst>
          </p:cNvPr>
          <p:cNvSpPr/>
          <p:nvPr/>
        </p:nvSpPr>
        <p:spPr>
          <a:xfrm>
            <a:off x="8749975" y="4187567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 1..1</a:t>
            </a:r>
          </a:p>
        </p:txBody>
      </p: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A4651D48-2EB8-3D09-29E9-3929533A1C2F}"/>
              </a:ext>
            </a:extLst>
          </p:cNvPr>
          <p:cNvCxnSpPr>
            <a:cxnSpLocks/>
            <a:stCxn id="2" idx="0"/>
            <a:endCxn id="62" idx="2"/>
          </p:cNvCxnSpPr>
          <p:nvPr/>
        </p:nvCxnSpPr>
        <p:spPr>
          <a:xfrm rot="16200000" flipV="1">
            <a:off x="8077588" y="5612776"/>
            <a:ext cx="407617" cy="12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Shape 45">
            <a:extLst>
              <a:ext uri="{FF2B5EF4-FFF2-40B4-BE49-F238E27FC236}">
                <a16:creationId xmlns:a16="http://schemas.microsoft.com/office/drawing/2014/main" id="{9C1C4207-4001-8D8C-64FB-32E15045A13E}"/>
              </a:ext>
            </a:extLst>
          </p:cNvPr>
          <p:cNvSpPr/>
          <p:nvPr/>
        </p:nvSpPr>
        <p:spPr>
          <a:xfrm>
            <a:off x="7201433" y="5529992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basedOn 1..1</a:t>
            </a:r>
          </a:p>
        </p:txBody>
      </p:sp>
      <p:sp>
        <p:nvSpPr>
          <p:cNvPr id="42" name="Shape 45">
            <a:extLst>
              <a:ext uri="{FF2B5EF4-FFF2-40B4-BE49-F238E27FC236}">
                <a16:creationId xmlns:a16="http://schemas.microsoft.com/office/drawing/2014/main" id="{75F78296-5A7C-2D71-F37F-512247EDA1F7}"/>
              </a:ext>
            </a:extLst>
          </p:cNvPr>
          <p:cNvSpPr/>
          <p:nvPr/>
        </p:nvSpPr>
        <p:spPr>
          <a:xfrm>
            <a:off x="5870550" y="4912282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requester 1..1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DFF9B85-E81D-7069-2FD1-7D6423409464}"/>
              </a:ext>
            </a:extLst>
          </p:cNvPr>
          <p:cNvCxnSpPr>
            <a:cxnSpLocks/>
            <a:stCxn id="30" idx="2"/>
            <a:endCxn id="20" idx="0"/>
          </p:cNvCxnSpPr>
          <p:nvPr/>
        </p:nvCxnSpPr>
        <p:spPr>
          <a:xfrm rot="16200000" flipH="1">
            <a:off x="2351297" y="5137772"/>
            <a:ext cx="515655" cy="1063925"/>
          </a:xfrm>
          <a:prstGeom prst="bentConnector3">
            <a:avLst>
              <a:gd name="adj1" fmla="val 6604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CC8745F-F1DB-159B-423D-C1736704464A}"/>
              </a:ext>
            </a:extLst>
          </p:cNvPr>
          <p:cNvSpPr/>
          <p:nvPr/>
        </p:nvSpPr>
        <p:spPr>
          <a:xfrm>
            <a:off x="113591" y="5927563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Organization: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B8C4F5-A5A4-EBD0-6EEE-199EB8631B9C}"/>
              </a:ext>
            </a:extLst>
          </p:cNvPr>
          <p:cNvSpPr/>
          <p:nvPr/>
        </p:nvSpPr>
        <p:spPr>
          <a:xfrm>
            <a:off x="2223087" y="5927563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9F4BBC9-8C8F-ED35-377D-D871DCAC8C51}"/>
              </a:ext>
            </a:extLst>
          </p:cNvPr>
          <p:cNvCxnSpPr>
            <a:cxnSpLocks/>
            <a:stCxn id="30" idx="2"/>
            <a:endCxn id="17" idx="0"/>
          </p:cNvCxnSpPr>
          <p:nvPr/>
        </p:nvCxnSpPr>
        <p:spPr>
          <a:xfrm rot="5400000">
            <a:off x="1296550" y="5146950"/>
            <a:ext cx="515655" cy="1045571"/>
          </a:xfrm>
          <a:prstGeom prst="bentConnector3">
            <a:avLst>
              <a:gd name="adj1" fmla="val 6604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hape 45">
            <a:extLst>
              <a:ext uri="{FF2B5EF4-FFF2-40B4-BE49-F238E27FC236}">
                <a16:creationId xmlns:a16="http://schemas.microsoft.com/office/drawing/2014/main" id="{34563286-CBE5-D826-BDAC-378308A0EBBD}"/>
              </a:ext>
            </a:extLst>
          </p:cNvPr>
          <p:cNvSpPr/>
          <p:nvPr/>
        </p:nvSpPr>
        <p:spPr>
          <a:xfrm>
            <a:off x="2374712" y="5498670"/>
            <a:ext cx="153941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practitioner 0..1 MS</a:t>
            </a:r>
          </a:p>
        </p:txBody>
      </p:sp>
      <p:sp>
        <p:nvSpPr>
          <p:cNvPr id="27" name="Shape 45">
            <a:extLst>
              <a:ext uri="{FF2B5EF4-FFF2-40B4-BE49-F238E27FC236}">
                <a16:creationId xmlns:a16="http://schemas.microsoft.com/office/drawing/2014/main" id="{C00F5E28-F3F6-1548-7B39-92B8BCAD624C}"/>
              </a:ext>
            </a:extLst>
          </p:cNvPr>
          <p:cNvSpPr/>
          <p:nvPr/>
        </p:nvSpPr>
        <p:spPr>
          <a:xfrm>
            <a:off x="251289" y="5506622"/>
            <a:ext cx="1542694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organization 0..1 MS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403A00-EA21-D8B5-DB09-AAE8478B5448}"/>
              </a:ext>
            </a:extLst>
          </p:cNvPr>
          <p:cNvSpPr/>
          <p:nvPr/>
        </p:nvSpPr>
        <p:spPr>
          <a:xfrm>
            <a:off x="1159162" y="4835908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PractitionerRole: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E7CDF3F9-0FAF-4456-8EE7-E17EA28FB73E}"/>
              </a:ext>
            </a:extLst>
          </p:cNvPr>
          <p:cNvCxnSpPr>
            <a:cxnSpLocks/>
            <a:stCxn id="62" idx="1"/>
            <a:endCxn id="30" idx="3"/>
          </p:cNvCxnSpPr>
          <p:nvPr/>
        </p:nvCxnSpPr>
        <p:spPr>
          <a:xfrm rot="10800000" flipV="1">
            <a:off x="2995163" y="5121584"/>
            <a:ext cx="4367617" cy="232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463CCEA-2163-8EFF-BC80-614BE0696AA6}"/>
              </a:ext>
            </a:extLst>
          </p:cNvPr>
          <p:cNvCxnSpPr>
            <a:cxnSpLocks/>
          </p:cNvCxnSpPr>
          <p:nvPr/>
        </p:nvCxnSpPr>
        <p:spPr>
          <a:xfrm rot="10800000">
            <a:off x="3028587" y="4258756"/>
            <a:ext cx="4335430" cy="1976810"/>
          </a:xfrm>
          <a:prstGeom prst="bentConnector3">
            <a:avLst>
              <a:gd name="adj1" fmla="val 6622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6BDE31A3-E653-F834-047C-62071FE5D025}"/>
              </a:ext>
            </a:extLst>
          </p:cNvPr>
          <p:cNvSpPr/>
          <p:nvPr/>
        </p:nvSpPr>
        <p:spPr>
          <a:xfrm>
            <a:off x="1164692" y="1936323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Organization: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Author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233464A-F9FB-7D82-8E51-0D5C2CD8DB3C}"/>
              </a:ext>
            </a:extLst>
          </p:cNvPr>
          <p:cNvSpPr/>
          <p:nvPr/>
        </p:nvSpPr>
        <p:spPr>
          <a:xfrm>
            <a:off x="620124" y="2689599"/>
            <a:ext cx="2953030" cy="963647"/>
          </a:xfrm>
          <a:prstGeom prst="rect">
            <a:avLst/>
          </a:prstGeom>
          <a:solidFill>
            <a:srgbClr val="FEA33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Document:</a:t>
            </a:r>
            <a:r>
              <a:rPr lang="en-US" sz="1100" i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Depending on the scenario, there is one Organization </a:t>
            </a:r>
            <a:r>
              <a:rPr lang="en-US" sz="1100" b="1" i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instance</a:t>
            </a:r>
            <a:r>
              <a:rPr lang="en-US" sz="1100" i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Author and Lab or two separate ones (e.g. in the broker scenario).</a:t>
            </a:r>
            <a:endParaRPr lang="LID4096" sz="1100" i="1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8BF7667-9610-1EDD-D5CE-C31559A9C2EB}"/>
              </a:ext>
            </a:extLst>
          </p:cNvPr>
          <p:cNvSpPr/>
          <p:nvPr/>
        </p:nvSpPr>
        <p:spPr>
          <a:xfrm>
            <a:off x="1178639" y="3841887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Organization: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3293457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AE67D3EC-A1FA-CE64-090F-E4F958A8EC49}"/>
              </a:ext>
            </a:extLst>
          </p:cNvPr>
          <p:cNvSpPr/>
          <p:nvPr/>
        </p:nvSpPr>
        <p:spPr>
          <a:xfrm>
            <a:off x="-615950" y="6079758"/>
            <a:ext cx="6991350" cy="3194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7" name="AutoShape 29">
            <a:extLst>
              <a:ext uri="{FF2B5EF4-FFF2-40B4-BE49-F238E27FC236}">
                <a16:creationId xmlns:a16="http://schemas.microsoft.com/office/drawing/2014/main" id="{60669D5C-D895-7529-4610-730ED733EF0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09047" y="119985"/>
            <a:ext cx="4999898" cy="8738265"/>
          </a:xfrm>
          <a:prstGeom prst="foldedCorner">
            <a:avLst>
              <a:gd name="adj" fmla="val 5618"/>
            </a:avLst>
          </a:prstGeom>
          <a:gradFill rotWithShape="1">
            <a:gsLst>
              <a:gs pos="0">
                <a:srgbClr val="F79646">
                  <a:tint val="100000"/>
                  <a:shade val="100000"/>
                  <a:satMod val="130000"/>
                </a:srgbClr>
              </a:gs>
              <a:gs pos="100000">
                <a:srgbClr val="F79646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0F1C67C5-76A4-A395-6616-9DBA1E8BF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874" y="1202782"/>
            <a:ext cx="4472248" cy="3688953"/>
          </a:xfrm>
          <a:prstGeom prst="rect">
            <a:avLst/>
          </a:prstGeom>
          <a:gradFill rotWithShape="1">
            <a:gsLst>
              <a:gs pos="0">
                <a:srgbClr val="4F81BD">
                  <a:tint val="100000"/>
                  <a:shade val="100000"/>
                  <a:satMod val="130000"/>
                </a:srgbClr>
              </a:gs>
              <a:gs pos="100000">
                <a:srgbClr val="4F81B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tIns="468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entry: Composition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1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1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9" name="Textfeld 1">
            <a:extLst>
              <a:ext uri="{FF2B5EF4-FFF2-40B4-BE49-F238E27FC236}">
                <a16:creationId xmlns:a16="http://schemas.microsoft.com/office/drawing/2014/main" id="{8E4619C6-0E08-CE4B-14E5-68E8474F101B}"/>
              </a:ext>
            </a:extLst>
          </p:cNvPr>
          <p:cNvSpPr txBox="1"/>
          <p:nvPr/>
        </p:nvSpPr>
        <p:spPr>
          <a:xfrm>
            <a:off x="692533" y="2754842"/>
            <a:ext cx="3318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de-DE" sz="1400" i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...</a:t>
            </a:r>
          </a:p>
        </p:txBody>
      </p:sp>
      <p:sp>
        <p:nvSpPr>
          <p:cNvPr id="30" name="Text Box 10">
            <a:extLst>
              <a:ext uri="{FF2B5EF4-FFF2-40B4-BE49-F238E27FC236}">
                <a16:creationId xmlns:a16="http://schemas.microsoft.com/office/drawing/2014/main" id="{0303851E-FF14-AFA3-58BE-4B15FE0B9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167" y="1912837"/>
            <a:ext cx="3955212" cy="307777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r>
              <a:rPr kumimoji="0" lang="fr-FR" sz="14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ubject: </a:t>
            </a:r>
            <a:r>
              <a:rPr kumimoji="0" lang="fr-FR" sz="14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Patient (Reference)</a:t>
            </a:r>
          </a:p>
        </p:txBody>
      </p:sp>
      <p:sp>
        <p:nvSpPr>
          <p:cNvPr id="31" name="Rechteck 8">
            <a:extLst>
              <a:ext uri="{FF2B5EF4-FFF2-40B4-BE49-F238E27FC236}">
                <a16:creationId xmlns:a16="http://schemas.microsoft.com/office/drawing/2014/main" id="{F1586FC4-C9BA-115C-E129-0AEE0AA84EC1}"/>
              </a:ext>
            </a:extLst>
          </p:cNvPr>
          <p:cNvSpPr/>
          <p:nvPr/>
        </p:nvSpPr>
        <p:spPr>
          <a:xfrm>
            <a:off x="549924" y="250444"/>
            <a:ext cx="46035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de-DE" sz="1800" b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Bundle: </a:t>
            </a:r>
            <a:r>
              <a:rPr lang="de-DE" sz="180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Report</a:t>
            </a:r>
            <a:endParaRPr lang="de-DE" sz="180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3" name="Text Box 10">
            <a:extLst>
              <a:ext uri="{FF2B5EF4-FFF2-40B4-BE49-F238E27FC236}">
                <a16:creationId xmlns:a16="http://schemas.microsoft.com/office/drawing/2014/main" id="{D3510261-2985-3ECD-05A4-9A74620B8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167" y="3168024"/>
            <a:ext cx="3955212" cy="1538756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r>
              <a:rPr kumimoji="0" lang="fr-FR" sz="14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ection: </a:t>
            </a:r>
            <a:r>
              <a:rPr kumimoji="0" lang="fr-FR" sz="14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Laboratory studies</a:t>
            </a:r>
          </a:p>
        </p:txBody>
      </p:sp>
      <p:sp>
        <p:nvSpPr>
          <p:cNvPr id="35" name="Text Box 10">
            <a:extLst>
              <a:ext uri="{FF2B5EF4-FFF2-40B4-BE49-F238E27FC236}">
                <a16:creationId xmlns:a16="http://schemas.microsoft.com/office/drawing/2014/main" id="{2C5EB724-57C3-3926-2A40-54D943675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405" y="3587530"/>
            <a:ext cx="3679046" cy="892552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kumimoji="0" lang="fr-FR" sz="1400" b="1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ntry: Observation </a:t>
            </a:r>
            <a:r>
              <a:rPr kumimoji="0" lang="fr-FR" sz="1400" b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(Reference)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specimen</a:t>
            </a:r>
            <a:r>
              <a:rPr lang="de-DE" sz="1400" b="1" kern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kumimoji="0" lang="de-DE" sz="1400" b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 Specimen (Reference)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  <a:endParaRPr kumimoji="0" lang="fr-FR" sz="1400" b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8" name="Text Box 10">
            <a:extLst>
              <a:ext uri="{FF2B5EF4-FFF2-40B4-BE49-F238E27FC236}">
                <a16:creationId xmlns:a16="http://schemas.microsoft.com/office/drawing/2014/main" id="{BD1DEB34-8D03-D752-3107-E7153C317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166" y="2318579"/>
            <a:ext cx="3955212" cy="307777"/>
          </a:xfrm>
          <a:prstGeom prst="rect">
            <a:avLst/>
          </a:prstGeom>
          <a:gradFill rotWithShape="1">
            <a:gsLst>
              <a:gs pos="0">
                <a:srgbClr val="9BBB59">
                  <a:tint val="100000"/>
                  <a:shade val="100000"/>
                  <a:satMod val="130000"/>
                </a:srgbClr>
              </a:gs>
              <a:gs pos="100000">
                <a:srgbClr val="9BBB59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</a:t>
            </a:r>
            <a:r>
              <a:rPr kumimoji="0" lang="fr-FR" sz="14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uthor: </a:t>
            </a:r>
            <a:r>
              <a:rPr kumimoji="0" lang="fr-FR" sz="1400" b="0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PractitionerRole (Reference)</a:t>
            </a:r>
          </a:p>
        </p:txBody>
      </p:sp>
      <p:sp>
        <p:nvSpPr>
          <p:cNvPr id="39" name="Textfeld 16">
            <a:extLst>
              <a:ext uri="{FF2B5EF4-FFF2-40B4-BE49-F238E27FC236}">
                <a16:creationId xmlns:a16="http://schemas.microsoft.com/office/drawing/2014/main" id="{AB4ADF75-5747-27BD-1FAE-94FEEC4626B9}"/>
              </a:ext>
            </a:extLst>
          </p:cNvPr>
          <p:cNvSpPr txBox="1"/>
          <p:nvPr/>
        </p:nvSpPr>
        <p:spPr>
          <a:xfrm>
            <a:off x="692533" y="1573383"/>
            <a:ext cx="3318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de-DE" sz="1400" i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Parameters like date, title</a:t>
            </a:r>
          </a:p>
        </p:txBody>
      </p:sp>
      <p:sp>
        <p:nvSpPr>
          <p:cNvPr id="46" name="Textfeld 16">
            <a:extLst>
              <a:ext uri="{FF2B5EF4-FFF2-40B4-BE49-F238E27FC236}">
                <a16:creationId xmlns:a16="http://schemas.microsoft.com/office/drawing/2014/main" id="{F246AC81-FDAD-E704-53DA-7EB87649AB01}"/>
              </a:ext>
            </a:extLst>
          </p:cNvPr>
          <p:cNvSpPr txBox="1"/>
          <p:nvPr/>
        </p:nvSpPr>
        <p:spPr>
          <a:xfrm>
            <a:off x="627289" y="598476"/>
            <a:ext cx="4526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de-CH" sz="140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type = document</a:t>
            </a:r>
            <a:endParaRPr lang="de-DE" sz="1400" i="1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2" name="Text Box 10">
            <a:extLst>
              <a:ext uri="{FF2B5EF4-FFF2-40B4-BE49-F238E27FC236}">
                <a16:creationId xmlns:a16="http://schemas.microsoft.com/office/drawing/2014/main" id="{05AD6D2B-AA9E-EFFE-FA59-85412A01A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75" y="5022194"/>
            <a:ext cx="4472247" cy="307777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kumimoji="0" lang="fr-FR" sz="1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ntry: </a:t>
            </a:r>
            <a:r>
              <a:rPr kumimoji="0" lang="fr-FR" sz="14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Patient</a:t>
            </a:r>
          </a:p>
        </p:txBody>
      </p:sp>
      <p:sp>
        <p:nvSpPr>
          <p:cNvPr id="49" name="Text Box 10">
            <a:extLst>
              <a:ext uri="{FF2B5EF4-FFF2-40B4-BE49-F238E27FC236}">
                <a16:creationId xmlns:a16="http://schemas.microsoft.com/office/drawing/2014/main" id="{5006702A-39B8-7D96-D468-1208A0FF6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73" y="5429089"/>
            <a:ext cx="4472247" cy="307777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kumimoji="0" lang="fr-FR" sz="1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ntry: </a:t>
            </a:r>
            <a:r>
              <a:rPr kumimoji="0" lang="fr-FR" sz="14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Practitioner</a:t>
            </a:r>
          </a:p>
        </p:txBody>
      </p:sp>
      <p:sp>
        <p:nvSpPr>
          <p:cNvPr id="50" name="Text Box 10">
            <a:extLst>
              <a:ext uri="{FF2B5EF4-FFF2-40B4-BE49-F238E27FC236}">
                <a16:creationId xmlns:a16="http://schemas.microsoft.com/office/drawing/2014/main" id="{AF03F1E7-E96F-2AD0-E24A-753B7780E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75" y="5835984"/>
            <a:ext cx="4472247" cy="307777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kumimoji="0" lang="fr-FR" sz="1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ntry: </a:t>
            </a:r>
            <a:r>
              <a:rPr kumimoji="0" lang="fr-FR" sz="14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PractitionerRole</a:t>
            </a:r>
          </a:p>
        </p:txBody>
      </p:sp>
      <p:sp>
        <p:nvSpPr>
          <p:cNvPr id="52" name="Text Box 10">
            <a:extLst>
              <a:ext uri="{FF2B5EF4-FFF2-40B4-BE49-F238E27FC236}">
                <a16:creationId xmlns:a16="http://schemas.microsoft.com/office/drawing/2014/main" id="{CE1F85E6-235C-BB70-B75C-7CFF5238E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77" y="6239336"/>
            <a:ext cx="4472247" cy="307777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kumimoji="0" lang="fr-FR" sz="1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ntry: </a:t>
            </a:r>
            <a:r>
              <a:rPr kumimoji="0" lang="fr-FR" sz="14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Organization</a:t>
            </a:r>
          </a:p>
        </p:txBody>
      </p:sp>
      <p:sp>
        <p:nvSpPr>
          <p:cNvPr id="53" name="Text Box 10">
            <a:extLst>
              <a:ext uri="{FF2B5EF4-FFF2-40B4-BE49-F238E27FC236}">
                <a16:creationId xmlns:a16="http://schemas.microsoft.com/office/drawing/2014/main" id="{4D5DF3EB-E97D-6809-613B-130AA163E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75" y="6646231"/>
            <a:ext cx="4472247" cy="307777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kumimoji="0" lang="fr-FR" sz="1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ntry: </a:t>
            </a:r>
            <a:r>
              <a:rPr kumimoji="0" lang="fr-FR" sz="14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DiagnosticReport</a:t>
            </a:r>
          </a:p>
        </p:txBody>
      </p:sp>
      <p:sp>
        <p:nvSpPr>
          <p:cNvPr id="56" name="Text Box 10">
            <a:extLst>
              <a:ext uri="{FF2B5EF4-FFF2-40B4-BE49-F238E27FC236}">
                <a16:creationId xmlns:a16="http://schemas.microsoft.com/office/drawing/2014/main" id="{8D88F4C2-9559-C99B-424F-17F2655A7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77" y="7053126"/>
            <a:ext cx="4472247" cy="307777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kumimoji="0" lang="fr-FR" sz="1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ntry: </a:t>
            </a:r>
            <a:r>
              <a:rPr kumimoji="0" lang="fr-FR" sz="14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Observation</a:t>
            </a:r>
          </a:p>
        </p:txBody>
      </p:sp>
      <p:sp>
        <p:nvSpPr>
          <p:cNvPr id="57" name="Text Box 10">
            <a:extLst>
              <a:ext uri="{FF2B5EF4-FFF2-40B4-BE49-F238E27FC236}">
                <a16:creationId xmlns:a16="http://schemas.microsoft.com/office/drawing/2014/main" id="{0511C90E-40A2-433B-598D-96F7084EA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79" y="7456478"/>
            <a:ext cx="4472247" cy="307777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kumimoji="0" lang="fr-FR" sz="1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ntry: </a:t>
            </a:r>
            <a:r>
              <a:rPr kumimoji="0" lang="fr-FR" sz="14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Specimen</a:t>
            </a:r>
          </a:p>
        </p:txBody>
      </p:sp>
      <p:sp>
        <p:nvSpPr>
          <p:cNvPr id="58" name="Text Box 10">
            <a:extLst>
              <a:ext uri="{FF2B5EF4-FFF2-40B4-BE49-F238E27FC236}">
                <a16:creationId xmlns:a16="http://schemas.microsoft.com/office/drawing/2014/main" id="{EEC9E5E3-6CAF-EB1F-3820-08C5023EA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77" y="7863373"/>
            <a:ext cx="4472247" cy="307777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kumimoji="0" lang="fr-FR" sz="1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ntry: </a:t>
            </a:r>
            <a:r>
              <a:rPr kumimoji="0" lang="fr-FR" sz="14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ServiceRequest</a:t>
            </a:r>
          </a:p>
        </p:txBody>
      </p:sp>
      <p:sp>
        <p:nvSpPr>
          <p:cNvPr id="59" name="Text Box 10">
            <a:extLst>
              <a:ext uri="{FF2B5EF4-FFF2-40B4-BE49-F238E27FC236}">
                <a16:creationId xmlns:a16="http://schemas.microsoft.com/office/drawing/2014/main" id="{74AEAE44-BED3-2D41-D53F-A90642236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79" y="8270268"/>
            <a:ext cx="4472247" cy="307777"/>
          </a:xfrm>
          <a:prstGeom prst="rect">
            <a:avLst/>
          </a:prstGeom>
          <a:gradFill rotWithShape="1">
            <a:gsLst>
              <a:gs pos="0">
                <a:srgbClr val="C0504D">
                  <a:tint val="100000"/>
                  <a:shade val="100000"/>
                  <a:satMod val="130000"/>
                </a:srgbClr>
              </a:gs>
              <a:gs pos="100000">
                <a:srgbClr val="C0504D">
                  <a:tint val="50000"/>
                  <a:shade val="100000"/>
                  <a:satMod val="350000"/>
                </a:srgbClr>
              </a:gs>
            </a:gsLst>
            <a:lin ang="16200000" scaled="0"/>
          </a:gra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fr-FR" sz="1400" b="1" kern="0" noProof="1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kumimoji="0" lang="fr-FR" sz="1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ntry: </a:t>
            </a:r>
            <a:r>
              <a:rPr lang="fr-FR" sz="1400" kern="0" noProof="1">
                <a:solidFill>
                  <a:prstClr val="white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  <a:endParaRPr kumimoji="0" lang="fr-FR" sz="1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39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45">
            <a:extLst>
              <a:ext uri="{FF2B5EF4-FFF2-40B4-BE49-F238E27FC236}">
                <a16:creationId xmlns:a16="http://schemas.microsoft.com/office/drawing/2014/main" id="{309AAC48-53C7-A6AE-30C4-D3115B357921}"/>
              </a:ext>
            </a:extLst>
          </p:cNvPr>
          <p:cNvSpPr/>
          <p:nvPr/>
        </p:nvSpPr>
        <p:spPr>
          <a:xfrm>
            <a:off x="7641696" y="13575663"/>
            <a:ext cx="1088258" cy="169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099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 0..1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429E9D0-CAA5-5A08-7A0D-79D42CD926B9}"/>
              </a:ext>
            </a:extLst>
          </p:cNvPr>
          <p:cNvSpPr/>
          <p:nvPr/>
        </p:nvSpPr>
        <p:spPr>
          <a:xfrm>
            <a:off x="180586" y="667563"/>
            <a:ext cx="7416000" cy="93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Observation</a:t>
            </a:r>
            <a:endParaRPr lang="en-US" sz="105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105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05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en-US" sz="105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code </a:t>
            </a:r>
            <a:r>
              <a:rPr lang="en-US" sz="105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LOINC </a:t>
            </a:r>
            <a:r>
              <a:rPr lang="en-US" sz="105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6349-5</a:t>
            </a:r>
            <a:r>
              <a:rPr lang="en-US" sz="105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“Chlamydia trachomatis [Presence] in Specimen by Organism specific culture”</a:t>
            </a:r>
          </a:p>
          <a:p>
            <a:r>
              <a:rPr lang="en-US" sz="105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- </a:t>
            </a:r>
            <a:r>
              <a:rPr lang="en-US" sz="105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specimen</a:t>
            </a:r>
            <a:r>
              <a:rPr lang="en-US" sz="105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 </a:t>
            </a:r>
            <a:r>
              <a:rPr lang="en-US" sz="1050">
                <a:solidFill>
                  <a:srgbClr val="AE242E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 Specimen</a:t>
            </a:r>
            <a:endParaRPr lang="en-US" sz="1050">
              <a:solidFill>
                <a:srgbClr val="AE242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67551C7-AB3C-4E1E-5814-E061A6896137}"/>
              </a:ext>
            </a:extLst>
          </p:cNvPr>
          <p:cNvSpPr/>
          <p:nvPr/>
        </p:nvSpPr>
        <p:spPr>
          <a:xfrm>
            <a:off x="7826248" y="667563"/>
            <a:ext cx="4176000" cy="93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Specimen</a:t>
            </a:r>
            <a:endParaRPr lang="en-US" sz="105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105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05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en-US" sz="105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type.coding </a:t>
            </a:r>
            <a:r>
              <a:rPr lang="en-US" sz="105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SCT </a:t>
            </a:r>
            <a:r>
              <a:rPr lang="en-US" sz="105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119393003</a:t>
            </a:r>
            <a:r>
              <a:rPr lang="en-US" sz="105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“Specimen from urethra”</a:t>
            </a:r>
          </a:p>
          <a:p>
            <a:r>
              <a:rPr lang="en-US" sz="105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endParaRPr lang="en-US" sz="1050" i="1">
              <a:solidFill>
                <a:schemeClr val="accent6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38EEFB0-7448-6059-8750-D8AB4100885D}"/>
              </a:ext>
            </a:extLst>
          </p:cNvPr>
          <p:cNvCxnSpPr>
            <a:cxnSpLocks/>
            <a:stCxn id="51" idx="2"/>
            <a:endCxn id="98" idx="0"/>
          </p:cNvCxnSpPr>
          <p:nvPr/>
        </p:nvCxnSpPr>
        <p:spPr>
          <a:xfrm>
            <a:off x="3888586" y="1603563"/>
            <a:ext cx="0" cy="5332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509614D9-0126-178C-5C91-5F653DE4477B}"/>
              </a:ext>
            </a:extLst>
          </p:cNvPr>
          <p:cNvSpPr/>
          <p:nvPr/>
        </p:nvSpPr>
        <p:spPr>
          <a:xfrm>
            <a:off x="8362507" y="2136826"/>
            <a:ext cx="3639742" cy="93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ValueSet</a:t>
            </a:r>
            <a: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sv-SE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 ELM Results Complete </a:t>
            </a:r>
            <a:r>
              <a:rPr lang="sv-SE" sz="105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Spec</a:t>
            </a:r>
            <a:b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0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SCT </a:t>
            </a:r>
            <a:r>
              <a:rPr lang="en-US" sz="105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119393003</a:t>
            </a:r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“Specimen from urethra”</a:t>
            </a:r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932E2805-042B-7A7E-0725-A0F3BD59D9B1}"/>
              </a:ext>
            </a:extLst>
          </p:cNvPr>
          <p:cNvSpPr/>
          <p:nvPr/>
        </p:nvSpPr>
        <p:spPr>
          <a:xfrm>
            <a:off x="3999366" y="1782086"/>
            <a:ext cx="622147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105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Step 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00FBA62-E124-860C-534E-ED72C68FA9C4}"/>
              </a:ext>
            </a:extLst>
          </p:cNvPr>
          <p:cNvSpPr/>
          <p:nvPr/>
        </p:nvSpPr>
        <p:spPr>
          <a:xfrm>
            <a:off x="180586" y="2136827"/>
            <a:ext cx="7416000" cy="936000"/>
          </a:xfrm>
          <a:prstGeom prst="rect">
            <a:avLst/>
          </a:prstGeom>
          <a:solidFill>
            <a:srgbClr val="FFE3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ConceptMap CH ELM </a:t>
            </a:r>
            <a: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Expecting Specimen Specification </a:t>
            </a:r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Results Completion Vs</a:t>
            </a:r>
            <a:b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0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050" u="sng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Source Code</a:t>
            </a:r>
            <a:r>
              <a:rPr lang="en-US" sz="1050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   </a:t>
            </a:r>
            <a:r>
              <a:rPr lang="en-US" sz="1050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                    </a:t>
            </a:r>
            <a:r>
              <a:rPr lang="en-US" sz="1050" u="sng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Target Code</a:t>
            </a:r>
            <a:endParaRPr lang="en-US" sz="1050" u="sng" dirty="0">
              <a:solidFill>
                <a:schemeClr val="bg1">
                  <a:lumMod val="6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050" dirty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6349-5</a:t>
            </a:r>
            <a: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           </a:t>
            </a:r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                  </a:t>
            </a:r>
            <a:r>
              <a:rPr lang="en-US" sz="105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http://fhir.ch/ig/ch-elm/ValueSet/ch-elm-results-</a:t>
            </a:r>
            <a:r>
              <a:rPr lang="en-US" sz="1050" dirty="0" err="1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complete</a:t>
            </a:r>
            <a:r>
              <a:rPr lang="en-US" sz="105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-spec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6B8480C-E344-0120-707B-6BBEED5E7EFB}"/>
              </a:ext>
            </a:extLst>
          </p:cNvPr>
          <p:cNvCxnSpPr>
            <a:cxnSpLocks/>
            <a:stCxn id="98" idx="3"/>
            <a:endCxn id="56" idx="1"/>
          </p:cNvCxnSpPr>
          <p:nvPr/>
        </p:nvCxnSpPr>
        <p:spPr>
          <a:xfrm flipV="1">
            <a:off x="7596586" y="2604826"/>
            <a:ext cx="76592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56EDE501-B245-F144-3BBC-8C78A4B06DB6}"/>
              </a:ext>
            </a:extLst>
          </p:cNvPr>
          <p:cNvCxnSpPr>
            <a:cxnSpLocks/>
            <a:stCxn id="56" idx="0"/>
          </p:cNvCxnSpPr>
          <p:nvPr/>
        </p:nvCxnSpPr>
        <p:spPr>
          <a:xfrm flipH="1" flipV="1">
            <a:off x="10182377" y="1603563"/>
            <a:ext cx="1" cy="5332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hape 45">
            <a:extLst>
              <a:ext uri="{FF2B5EF4-FFF2-40B4-BE49-F238E27FC236}">
                <a16:creationId xmlns:a16="http://schemas.microsoft.com/office/drawing/2014/main" id="{A353AC11-E325-6C5D-1CC5-8C01D74A0518}"/>
              </a:ext>
            </a:extLst>
          </p:cNvPr>
          <p:cNvSpPr/>
          <p:nvPr/>
        </p:nvSpPr>
        <p:spPr>
          <a:xfrm>
            <a:off x="7740359" y="2379201"/>
            <a:ext cx="622147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105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Step 2</a:t>
            </a:r>
          </a:p>
        </p:txBody>
      </p:sp>
      <p:sp>
        <p:nvSpPr>
          <p:cNvPr id="22" name="Shape 45">
            <a:extLst>
              <a:ext uri="{FF2B5EF4-FFF2-40B4-BE49-F238E27FC236}">
                <a16:creationId xmlns:a16="http://schemas.microsoft.com/office/drawing/2014/main" id="{02D5785D-7C4A-EF8F-BBBE-EDB027519BF0}"/>
              </a:ext>
            </a:extLst>
          </p:cNvPr>
          <p:cNvSpPr/>
          <p:nvPr/>
        </p:nvSpPr>
        <p:spPr>
          <a:xfrm>
            <a:off x="10279784" y="1782851"/>
            <a:ext cx="622147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105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Step 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CE1545-992A-A81E-5851-18511F63E20E}"/>
              </a:ext>
            </a:extLst>
          </p:cNvPr>
          <p:cNvSpPr/>
          <p:nvPr/>
        </p:nvSpPr>
        <p:spPr>
          <a:xfrm>
            <a:off x="180586" y="3616182"/>
            <a:ext cx="7416000" cy="93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Observation</a:t>
            </a:r>
            <a:endParaRPr lang="en-US" sz="10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10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code </a:t>
            </a:r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LOINC </a:t>
            </a:r>
            <a:r>
              <a:rPr lang="en-US" sz="1050" dirty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49612-5</a:t>
            </a:r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“Salmonella sp DNA [Presence] in Specimen by NAA with probe detection”</a:t>
            </a:r>
          </a:p>
          <a:p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- </a:t>
            </a:r>
            <a: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valueCodeableConcept</a:t>
            </a:r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 = SCT </a:t>
            </a:r>
            <a:r>
              <a:rPr lang="en-US" sz="105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73525009</a:t>
            </a:r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 "‘Salmonella Enteritidis (organism)"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8490E7-84C2-F782-60F5-BEA68C8D65CA}"/>
              </a:ext>
            </a:extLst>
          </p:cNvPr>
          <p:cNvSpPr/>
          <p:nvPr/>
        </p:nvSpPr>
        <p:spPr>
          <a:xfrm>
            <a:off x="8362506" y="5095537"/>
            <a:ext cx="3639742" cy="93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ValueSet</a:t>
            </a:r>
            <a: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sv-SE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 ELM Results Sal Org</a:t>
            </a:r>
            <a:b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0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SCT </a:t>
            </a:r>
            <a:r>
              <a:rPr lang="en-US" sz="105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73525009 </a:t>
            </a:r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 "73525009 Salmonella Enteritidis"</a:t>
            </a:r>
            <a:endParaRPr lang="en-US" sz="10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9" name="Shape 45">
            <a:extLst>
              <a:ext uri="{FF2B5EF4-FFF2-40B4-BE49-F238E27FC236}">
                <a16:creationId xmlns:a16="http://schemas.microsoft.com/office/drawing/2014/main" id="{4C71871A-0A6B-DD58-B7FA-CE08018DD04D}"/>
              </a:ext>
            </a:extLst>
          </p:cNvPr>
          <p:cNvSpPr/>
          <p:nvPr/>
        </p:nvSpPr>
        <p:spPr>
          <a:xfrm>
            <a:off x="3991817" y="4758392"/>
            <a:ext cx="622147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Step 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5EDD059-054B-E1BF-237C-A1A2EC32021D}"/>
              </a:ext>
            </a:extLst>
          </p:cNvPr>
          <p:cNvSpPr/>
          <p:nvPr/>
        </p:nvSpPr>
        <p:spPr>
          <a:xfrm>
            <a:off x="180586" y="5095537"/>
            <a:ext cx="7416000" cy="936000"/>
          </a:xfrm>
          <a:prstGeom prst="rect">
            <a:avLst/>
          </a:prstGeom>
          <a:solidFill>
            <a:srgbClr val="FFE3C2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ConceptMap CH ELM </a:t>
            </a:r>
            <a: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Expecting Organism Specification</a:t>
            </a:r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To Results Completion Vs</a:t>
            </a:r>
            <a:b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105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050" u="sng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Source Code</a:t>
            </a:r>
            <a:r>
              <a:rPr lang="en-US" sz="1050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   </a:t>
            </a:r>
            <a:r>
              <a:rPr lang="en-US" sz="1050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                    </a:t>
            </a:r>
            <a:r>
              <a:rPr lang="en-US" sz="1050" u="sng" dirty="0">
                <a:solidFill>
                  <a:schemeClr val="bg1">
                    <a:lumMod val="6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Target Code</a:t>
            </a:r>
            <a:endParaRPr lang="en-US" sz="1050" u="sng" dirty="0">
              <a:solidFill>
                <a:schemeClr val="bg1">
                  <a:lumMod val="6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050" dirty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49612-5</a:t>
            </a:r>
            <a:r>
              <a:rPr lang="en-US" sz="105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             </a:t>
            </a:r>
            <a:r>
              <a:rPr lang="en-US" sz="105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                </a:t>
            </a:r>
            <a:r>
              <a:rPr lang="en-US" sz="105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http://fhir.ch/ig/ch-elm/ValueSet/ch-elm-results-sal-org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0663D98-5393-4313-DF66-697FEA86643E}"/>
              </a:ext>
            </a:extLst>
          </p:cNvPr>
          <p:cNvCxnSpPr>
            <a:cxnSpLocks/>
            <a:stCxn id="30" idx="3"/>
            <a:endCxn id="28" idx="1"/>
          </p:cNvCxnSpPr>
          <p:nvPr/>
        </p:nvCxnSpPr>
        <p:spPr>
          <a:xfrm>
            <a:off x="7596586" y="5563537"/>
            <a:ext cx="76592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hape 45">
            <a:extLst>
              <a:ext uri="{FF2B5EF4-FFF2-40B4-BE49-F238E27FC236}">
                <a16:creationId xmlns:a16="http://schemas.microsoft.com/office/drawing/2014/main" id="{0E670CC0-5328-481B-E966-69AD4F4C9C47}"/>
              </a:ext>
            </a:extLst>
          </p:cNvPr>
          <p:cNvSpPr/>
          <p:nvPr/>
        </p:nvSpPr>
        <p:spPr>
          <a:xfrm>
            <a:off x="7754297" y="5321162"/>
            <a:ext cx="622147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Step 2</a:t>
            </a:r>
          </a:p>
        </p:txBody>
      </p:sp>
      <p:sp>
        <p:nvSpPr>
          <p:cNvPr id="35" name="Shape 45">
            <a:extLst>
              <a:ext uri="{FF2B5EF4-FFF2-40B4-BE49-F238E27FC236}">
                <a16:creationId xmlns:a16="http://schemas.microsoft.com/office/drawing/2014/main" id="{E06A1AE6-27D5-1266-6809-645DD9616ABE}"/>
              </a:ext>
            </a:extLst>
          </p:cNvPr>
          <p:cNvSpPr/>
          <p:nvPr/>
        </p:nvSpPr>
        <p:spPr>
          <a:xfrm>
            <a:off x="6823450" y="4702814"/>
            <a:ext cx="622147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105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Step 3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749403D-81CE-330A-4567-1508C7386AA1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>
            <a:off x="3888586" y="4552182"/>
            <a:ext cx="0" cy="5433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304E04D6-84E9-E6D0-417B-6E6630E5BF39}"/>
              </a:ext>
            </a:extLst>
          </p:cNvPr>
          <p:cNvCxnSpPr>
            <a:cxnSpLocks/>
            <a:stCxn id="28" idx="0"/>
          </p:cNvCxnSpPr>
          <p:nvPr/>
        </p:nvCxnSpPr>
        <p:spPr>
          <a:xfrm rot="16200000" flipV="1">
            <a:off x="7813404" y="2726564"/>
            <a:ext cx="167099" cy="4570848"/>
          </a:xfrm>
          <a:prstGeom prst="bentConnector2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0645C1B-681E-C851-9725-864BCBFACC77}"/>
              </a:ext>
            </a:extLst>
          </p:cNvPr>
          <p:cNvCxnSpPr>
            <a:cxnSpLocks/>
          </p:cNvCxnSpPr>
          <p:nvPr/>
        </p:nvCxnSpPr>
        <p:spPr>
          <a:xfrm flipV="1">
            <a:off x="5611529" y="4564063"/>
            <a:ext cx="0" cy="3643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059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BFC5EF0-760D-3BB6-3AD2-5F335ED01D90}"/>
              </a:ext>
            </a:extLst>
          </p:cNvPr>
          <p:cNvSpPr/>
          <p:nvPr/>
        </p:nvSpPr>
        <p:spPr>
          <a:xfrm>
            <a:off x="4754008" y="1614636"/>
            <a:ext cx="2088000" cy="864000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 Core</a:t>
            </a:r>
            <a:br>
              <a:rPr lang="en-US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2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Swiss core profiles,</a:t>
            </a:r>
            <a:br>
              <a:rPr lang="en-US" sz="12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2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EPR concepts</a:t>
            </a:r>
            <a:endParaRPr lang="en-US" kern="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77C817-6CAB-C577-F4D6-4C0B5E94D545}"/>
              </a:ext>
            </a:extLst>
          </p:cNvPr>
          <p:cNvSpPr/>
          <p:nvPr/>
        </p:nvSpPr>
        <p:spPr>
          <a:xfrm>
            <a:off x="8873815" y="1613909"/>
            <a:ext cx="2088000" cy="864000"/>
          </a:xfrm>
          <a:prstGeom prst="rect">
            <a:avLst/>
          </a:prstGeom>
          <a:noFill/>
          <a:ln w="19050" cap="flat" cmpd="sng" algn="ctr">
            <a:solidFill>
              <a:srgbClr val="A729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 EPR Term</a:t>
            </a:r>
            <a:br>
              <a:rPr lang="en-US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2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terminology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80A708-19DC-97CB-AB8E-E6F6EFFE2100}"/>
              </a:ext>
            </a:extLst>
          </p:cNvPr>
          <p:cNvSpPr/>
          <p:nvPr/>
        </p:nvSpPr>
        <p:spPr>
          <a:xfrm>
            <a:off x="4754008" y="4486145"/>
            <a:ext cx="2088000" cy="864000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 ELM</a:t>
            </a:r>
            <a:br>
              <a:rPr lang="en-US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2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FOPH</a:t>
            </a:r>
            <a:endParaRPr lang="en-US" kern="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CCE71D-C2AC-6046-34B4-C0EB4C49127A}"/>
              </a:ext>
            </a:extLst>
          </p:cNvPr>
          <p:cNvSpPr/>
          <p:nvPr/>
        </p:nvSpPr>
        <p:spPr>
          <a:xfrm>
            <a:off x="4754008" y="3045433"/>
            <a:ext cx="2088000" cy="864000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 LAB-Report</a:t>
            </a:r>
            <a:br>
              <a:rPr lang="en-US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2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eHealth Suisse / HL7.ch</a:t>
            </a:r>
            <a:endParaRPr lang="en-US" kern="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E72964-DAD5-31BB-1AD9-BF5D9DA0A343}"/>
              </a:ext>
            </a:extLst>
          </p:cNvPr>
          <p:cNvSpPr/>
          <p:nvPr/>
        </p:nvSpPr>
        <p:spPr>
          <a:xfrm>
            <a:off x="2384044" y="1769382"/>
            <a:ext cx="1746766" cy="56208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>
                <a:solidFill>
                  <a:srgbClr val="A7293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Core profiles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41C832-224A-0817-3A2D-FA13546E4C5C}"/>
              </a:ext>
            </a:extLst>
          </p:cNvPr>
          <p:cNvSpPr/>
          <p:nvPr/>
        </p:nvSpPr>
        <p:spPr>
          <a:xfrm>
            <a:off x="2384047" y="3899140"/>
            <a:ext cx="2088000" cy="56208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Exchange formats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29A914-674E-34C5-060F-D7E6EA201C0B}"/>
              </a:ext>
            </a:extLst>
          </p:cNvPr>
          <p:cNvSpPr/>
          <p:nvPr/>
        </p:nvSpPr>
        <p:spPr>
          <a:xfrm>
            <a:off x="8873815" y="3045433"/>
            <a:ext cx="2088000" cy="864000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HL7 Europe Laboratory Report</a:t>
            </a:r>
            <a:br>
              <a:rPr lang="en-US" sz="2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HL7 Europe</a:t>
            </a:r>
            <a:endParaRPr lang="en-US" sz="14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D2C728F-880C-D7C5-2E05-795E7F0BFF47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5798008" y="3909433"/>
            <a:ext cx="0" cy="576712"/>
          </a:xfrm>
          <a:prstGeom prst="straightConnector1">
            <a:avLst/>
          </a:prstGeom>
          <a:ln w="19050">
            <a:solidFill>
              <a:srgbClr val="B6B6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A55CFCB-ED26-CA2D-F7D5-7B66D0130FA3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6842009" y="2045910"/>
            <a:ext cx="2031807" cy="727"/>
          </a:xfrm>
          <a:prstGeom prst="straightConnector1">
            <a:avLst/>
          </a:prstGeom>
          <a:ln w="19050">
            <a:solidFill>
              <a:srgbClr val="B6B6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1A56C48-931E-1D09-566D-CB0BFDF51C6F}"/>
              </a:ext>
            </a:extLst>
          </p:cNvPr>
          <p:cNvCxnSpPr>
            <a:cxnSpLocks/>
            <a:stCxn id="15" idx="0"/>
            <a:endCxn id="12" idx="2"/>
          </p:cNvCxnSpPr>
          <p:nvPr/>
        </p:nvCxnSpPr>
        <p:spPr>
          <a:xfrm flipV="1">
            <a:off x="5798008" y="2478637"/>
            <a:ext cx="0" cy="566797"/>
          </a:xfrm>
          <a:prstGeom prst="straightConnector1">
            <a:avLst/>
          </a:prstGeom>
          <a:ln w="19050">
            <a:solidFill>
              <a:srgbClr val="B6B6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680981-2F04-5F9B-0F9A-FDC612C0D3C3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6842009" y="3477433"/>
            <a:ext cx="2031807" cy="0"/>
          </a:xfrm>
          <a:prstGeom prst="straightConnector1">
            <a:avLst/>
          </a:prstGeom>
          <a:ln w="19050">
            <a:solidFill>
              <a:srgbClr val="B6B6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26930BB-4348-33CB-879E-7E43761C6825}"/>
              </a:ext>
            </a:extLst>
          </p:cNvPr>
          <p:cNvSpPr txBox="1"/>
          <p:nvPr/>
        </p:nvSpPr>
        <p:spPr>
          <a:xfrm>
            <a:off x="5833504" y="4048859"/>
            <a:ext cx="757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derived</a:t>
            </a:r>
            <a:endParaRPr lang="en-CH" sz="120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8094CF-1A88-77C2-7997-B29E45BD49B7}"/>
              </a:ext>
            </a:extLst>
          </p:cNvPr>
          <p:cNvSpPr txBox="1"/>
          <p:nvPr/>
        </p:nvSpPr>
        <p:spPr>
          <a:xfrm>
            <a:off x="5833504" y="2603190"/>
            <a:ext cx="757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derived</a:t>
            </a:r>
            <a:endParaRPr lang="en-CH" sz="120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D58D21-B969-F115-DEC8-5540EE944205}"/>
              </a:ext>
            </a:extLst>
          </p:cNvPr>
          <p:cNvSpPr txBox="1"/>
          <p:nvPr/>
        </p:nvSpPr>
        <p:spPr>
          <a:xfrm>
            <a:off x="7249412" y="2976781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imposeProfile</a:t>
            </a:r>
            <a:br>
              <a:rPr lang="en-US" sz="12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Extension</a:t>
            </a:r>
            <a:endParaRPr lang="en-CH" sz="120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FFD4A3-FF50-386D-D932-83A064174D14}"/>
              </a:ext>
            </a:extLst>
          </p:cNvPr>
          <p:cNvSpPr txBox="1"/>
          <p:nvPr/>
        </p:nvSpPr>
        <p:spPr>
          <a:xfrm>
            <a:off x="7493422" y="1732695"/>
            <a:ext cx="757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derived</a:t>
            </a:r>
            <a:endParaRPr lang="en-CH" sz="120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21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BF201C-4D7B-42C6-9610-32AFABEF970B}"/>
              </a:ext>
            </a:extLst>
          </p:cNvPr>
          <p:cNvSpPr/>
          <p:nvPr/>
        </p:nvSpPr>
        <p:spPr>
          <a:xfrm>
            <a:off x="7364013" y="5817201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DiagnosticReport: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Report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F3DEA9-AFF0-4AF0-92F8-92666E98C5A5}"/>
              </a:ext>
            </a:extLst>
          </p:cNvPr>
          <p:cNvSpPr/>
          <p:nvPr/>
        </p:nvSpPr>
        <p:spPr>
          <a:xfrm>
            <a:off x="4919494" y="590720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Composition: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Report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EF8CE3DF-FF68-4EEB-AE83-F34CE556C5FB}"/>
              </a:ext>
            </a:extLst>
          </p:cNvPr>
          <p:cNvCxnSpPr>
            <a:cxnSpLocks/>
            <a:stCxn id="2" idx="2"/>
            <a:endCxn id="70" idx="0"/>
          </p:cNvCxnSpPr>
          <p:nvPr/>
        </p:nvCxnSpPr>
        <p:spPr>
          <a:xfrm rot="5400000" flipH="1">
            <a:off x="4158513" y="2269702"/>
            <a:ext cx="5802481" cy="2444519"/>
          </a:xfrm>
          <a:prstGeom prst="bentConnector5">
            <a:avLst>
              <a:gd name="adj1" fmla="val -5628"/>
              <a:gd name="adj2" fmla="val -150514"/>
              <a:gd name="adj3" fmla="val 10394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Shape 45">
            <a:extLst>
              <a:ext uri="{FF2B5EF4-FFF2-40B4-BE49-F238E27FC236}">
                <a16:creationId xmlns:a16="http://schemas.microsoft.com/office/drawing/2014/main" id="{1083A091-7A3E-4319-8754-139E9BB5F9D8}"/>
              </a:ext>
            </a:extLst>
          </p:cNvPr>
          <p:cNvSpPr/>
          <p:nvPr/>
        </p:nvSpPr>
        <p:spPr>
          <a:xfrm>
            <a:off x="6794470" y="4303356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73283-14DB-37EC-D1D9-02B7DA2B1226}"/>
              </a:ext>
            </a:extLst>
          </p:cNvPr>
          <p:cNvSpPr/>
          <p:nvPr/>
        </p:nvSpPr>
        <p:spPr>
          <a:xfrm>
            <a:off x="4918382" y="3625308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64EA94B-E277-BE76-2059-4C0F1F5D34D9}"/>
              </a:ext>
            </a:extLst>
          </p:cNvPr>
          <p:cNvCxnSpPr>
            <a:cxnSpLocks/>
          </p:cNvCxnSpPr>
          <p:nvPr/>
        </p:nvCxnSpPr>
        <p:spPr>
          <a:xfrm rot="10800000">
            <a:off x="5392268" y="4201308"/>
            <a:ext cx="1964863" cy="1777972"/>
          </a:xfrm>
          <a:prstGeom prst="bentConnector3">
            <a:avLst>
              <a:gd name="adj1" fmla="val 10005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hape 45">
            <a:extLst>
              <a:ext uri="{FF2B5EF4-FFF2-40B4-BE49-F238E27FC236}">
                <a16:creationId xmlns:a16="http://schemas.microsoft.com/office/drawing/2014/main" id="{92F01B6D-D487-681B-E109-E500A4250AC0}"/>
              </a:ext>
            </a:extLst>
          </p:cNvPr>
          <p:cNvSpPr/>
          <p:nvPr/>
        </p:nvSpPr>
        <p:spPr>
          <a:xfrm>
            <a:off x="6616182" y="148043"/>
            <a:ext cx="33903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extension:diagnosticReportCompositionR5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8C616F-42F3-C031-3EEB-385D1EAE2D43}"/>
              </a:ext>
            </a:extLst>
          </p:cNvPr>
          <p:cNvSpPr/>
          <p:nvPr/>
        </p:nvSpPr>
        <p:spPr>
          <a:xfrm>
            <a:off x="9069481" y="1184002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Observation Results: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45">
            <a:extLst>
              <a:ext uri="{FF2B5EF4-FFF2-40B4-BE49-F238E27FC236}">
                <a16:creationId xmlns:a16="http://schemas.microsoft.com/office/drawing/2014/main" id="{B8871091-4862-7ECF-53BA-67D143FA45F2}"/>
              </a:ext>
            </a:extLst>
          </p:cNvPr>
          <p:cNvSpPr/>
          <p:nvPr/>
        </p:nvSpPr>
        <p:spPr>
          <a:xfrm>
            <a:off x="9535695" y="6261139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result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413260F-AEB7-D0BB-EA9B-37D7855E6790}"/>
              </a:ext>
            </a:extLst>
          </p:cNvPr>
          <p:cNvCxnSpPr>
            <a:cxnSpLocks/>
            <a:stCxn id="70" idx="1"/>
            <a:endCxn id="53" idx="0"/>
          </p:cNvCxnSpPr>
          <p:nvPr/>
        </p:nvCxnSpPr>
        <p:spPr>
          <a:xfrm rot="10800000" flipV="1">
            <a:off x="2082692" y="878719"/>
            <a:ext cx="2836802" cy="105760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hape 45">
            <a:extLst>
              <a:ext uri="{FF2B5EF4-FFF2-40B4-BE49-F238E27FC236}">
                <a16:creationId xmlns:a16="http://schemas.microsoft.com/office/drawing/2014/main" id="{8D6C725B-4D35-71F3-49FB-EB9766842CD3}"/>
              </a:ext>
            </a:extLst>
          </p:cNvPr>
          <p:cNvSpPr/>
          <p:nvPr/>
        </p:nvSpPr>
        <p:spPr>
          <a:xfrm>
            <a:off x="4956639" y="2493961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sp>
        <p:nvSpPr>
          <p:cNvPr id="29" name="Shape 45">
            <a:extLst>
              <a:ext uri="{FF2B5EF4-FFF2-40B4-BE49-F238E27FC236}">
                <a16:creationId xmlns:a16="http://schemas.microsoft.com/office/drawing/2014/main" id="{0AF06171-89C7-3D00-7A54-63F429131BC5}"/>
              </a:ext>
            </a:extLst>
          </p:cNvPr>
          <p:cNvSpPr/>
          <p:nvPr/>
        </p:nvSpPr>
        <p:spPr>
          <a:xfrm>
            <a:off x="1231665" y="126100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author</a:t>
            </a:r>
          </a:p>
        </p:txBody>
      </p:sp>
      <p:sp>
        <p:nvSpPr>
          <p:cNvPr id="34" name="Shape 45">
            <a:extLst>
              <a:ext uri="{FF2B5EF4-FFF2-40B4-BE49-F238E27FC236}">
                <a16:creationId xmlns:a16="http://schemas.microsoft.com/office/drawing/2014/main" id="{309AAC48-53C7-A6AE-30C4-D3115B357921}"/>
              </a:ext>
            </a:extLst>
          </p:cNvPr>
          <p:cNvSpPr/>
          <p:nvPr/>
        </p:nvSpPr>
        <p:spPr>
          <a:xfrm>
            <a:off x="7643698" y="13584410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 0..1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AA5D3D-C639-DEF3-97E5-F645D2356F8E}"/>
              </a:ext>
            </a:extLst>
          </p:cNvPr>
          <p:cNvSpPr/>
          <p:nvPr/>
        </p:nvSpPr>
        <p:spPr>
          <a:xfrm>
            <a:off x="8670760" y="2689599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Specimen: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4DD6A50-45C4-4C49-1247-ED850774EB34}"/>
              </a:ext>
            </a:extLst>
          </p:cNvPr>
          <p:cNvCxnSpPr>
            <a:cxnSpLocks/>
            <a:stCxn id="70" idx="3"/>
            <a:endCxn id="14" idx="0"/>
          </p:cNvCxnSpPr>
          <p:nvPr/>
        </p:nvCxnSpPr>
        <p:spPr>
          <a:xfrm>
            <a:off x="6755494" y="878720"/>
            <a:ext cx="3231987" cy="30528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hape 45">
            <a:extLst>
              <a:ext uri="{FF2B5EF4-FFF2-40B4-BE49-F238E27FC236}">
                <a16:creationId xmlns:a16="http://schemas.microsoft.com/office/drawing/2014/main" id="{9B84A21F-BAC5-874D-C1CD-20F70C73D73A}"/>
              </a:ext>
            </a:extLst>
          </p:cNvPr>
          <p:cNvSpPr/>
          <p:nvPr/>
        </p:nvSpPr>
        <p:spPr>
          <a:xfrm>
            <a:off x="7275679" y="659689"/>
            <a:ext cx="145762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section.entry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31759CB1-7669-C8F1-5B4D-21EC368DF435}"/>
              </a:ext>
            </a:extLst>
          </p:cNvPr>
          <p:cNvCxnSpPr>
            <a:cxnSpLocks/>
            <a:stCxn id="35" idx="1"/>
          </p:cNvCxnSpPr>
          <p:nvPr/>
        </p:nvCxnSpPr>
        <p:spPr>
          <a:xfrm rot="10800000" flipV="1">
            <a:off x="6755500" y="2977598"/>
            <a:ext cx="1915261" cy="1087353"/>
          </a:xfrm>
          <a:prstGeom prst="bentConnector3">
            <a:avLst>
              <a:gd name="adj1" fmla="val 1974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7767DFC-383C-63C3-71DA-1EE15167E1BA}"/>
              </a:ext>
            </a:extLst>
          </p:cNvPr>
          <p:cNvCxnSpPr>
            <a:cxnSpLocks/>
            <a:endCxn id="35" idx="3"/>
          </p:cNvCxnSpPr>
          <p:nvPr/>
        </p:nvCxnSpPr>
        <p:spPr>
          <a:xfrm rot="5400000" flipH="1" flipV="1">
            <a:off x="8363781" y="3818223"/>
            <a:ext cx="2983602" cy="1302355"/>
          </a:xfrm>
          <a:prstGeom prst="bentConnector4">
            <a:avLst>
              <a:gd name="adj1" fmla="val -85"/>
              <a:gd name="adj2" fmla="val 12041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hape 45">
            <a:extLst>
              <a:ext uri="{FF2B5EF4-FFF2-40B4-BE49-F238E27FC236}">
                <a16:creationId xmlns:a16="http://schemas.microsoft.com/office/drawing/2014/main" id="{7C26EC17-BB27-C3DC-AC4D-2F5B34EC0AA3}"/>
              </a:ext>
            </a:extLst>
          </p:cNvPr>
          <p:cNvSpPr/>
          <p:nvPr/>
        </p:nvSpPr>
        <p:spPr>
          <a:xfrm>
            <a:off x="6552534" y="137924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performer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F6C34B9-6FAB-61E8-B294-6C168359BA6B}"/>
              </a:ext>
            </a:extLst>
          </p:cNvPr>
          <p:cNvSpPr/>
          <p:nvPr/>
        </p:nvSpPr>
        <p:spPr>
          <a:xfrm>
            <a:off x="7362779" y="4833584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ServiceRequest: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Order</a:t>
            </a:r>
          </a:p>
        </p:txBody>
      </p:sp>
      <p:sp>
        <p:nvSpPr>
          <p:cNvPr id="102" name="Shape 45">
            <a:extLst>
              <a:ext uri="{FF2B5EF4-FFF2-40B4-BE49-F238E27FC236}">
                <a16:creationId xmlns:a16="http://schemas.microsoft.com/office/drawing/2014/main" id="{3644481C-BFD3-500F-0FC8-66AE285BFA67}"/>
              </a:ext>
            </a:extLst>
          </p:cNvPr>
          <p:cNvSpPr/>
          <p:nvPr/>
        </p:nvSpPr>
        <p:spPr>
          <a:xfrm>
            <a:off x="9567859" y="573878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2BFABD96-AFBA-0FF4-283E-1570ABADE29A}"/>
              </a:ext>
            </a:extLst>
          </p:cNvPr>
          <p:cNvCxnSpPr>
            <a:cxnSpLocks/>
            <a:endCxn id="14" idx="3"/>
          </p:cNvCxnSpPr>
          <p:nvPr/>
        </p:nvCxnSpPr>
        <p:spPr>
          <a:xfrm rot="5400000" flipH="1" flipV="1">
            <a:off x="7668873" y="2998942"/>
            <a:ext cx="4763547" cy="1709669"/>
          </a:xfrm>
          <a:prstGeom prst="bentConnector4">
            <a:avLst>
              <a:gd name="adj1" fmla="val 215"/>
              <a:gd name="adj2" fmla="val 12985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Shape 45">
            <a:extLst>
              <a:ext uri="{FF2B5EF4-FFF2-40B4-BE49-F238E27FC236}">
                <a16:creationId xmlns:a16="http://schemas.microsoft.com/office/drawing/2014/main" id="{37A58A43-29FE-4183-5356-E14167720510}"/>
              </a:ext>
            </a:extLst>
          </p:cNvPr>
          <p:cNvSpPr/>
          <p:nvPr/>
        </p:nvSpPr>
        <p:spPr>
          <a:xfrm>
            <a:off x="6125235" y="5738589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ABE813FA-1943-E8D9-2B56-DAB900B3BCD1}"/>
              </a:ext>
            </a:extLst>
          </p:cNvPr>
          <p:cNvCxnSpPr>
            <a:cxnSpLocks/>
            <a:stCxn id="62" idx="0"/>
            <a:endCxn id="6" idx="2"/>
          </p:cNvCxnSpPr>
          <p:nvPr/>
        </p:nvCxnSpPr>
        <p:spPr>
          <a:xfrm rot="16200000" flipV="1">
            <a:off x="6742443" y="3295247"/>
            <a:ext cx="632276" cy="244439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C116E6D1-BF7A-A281-276A-4BF3EFF8242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55497" y="1615015"/>
            <a:ext cx="2313985" cy="211843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Shape 45">
            <a:extLst>
              <a:ext uri="{FF2B5EF4-FFF2-40B4-BE49-F238E27FC236}">
                <a16:creationId xmlns:a16="http://schemas.microsoft.com/office/drawing/2014/main" id="{9BC4370F-57C2-93DC-9559-D1E9138F8284}"/>
              </a:ext>
            </a:extLst>
          </p:cNvPr>
          <p:cNvSpPr/>
          <p:nvPr/>
        </p:nvSpPr>
        <p:spPr>
          <a:xfrm>
            <a:off x="7018836" y="2493961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9B117187-4B21-5B03-7AD0-C27EE5EEAA9D}"/>
              </a:ext>
            </a:extLst>
          </p:cNvPr>
          <p:cNvCxnSpPr>
            <a:cxnSpLocks/>
            <a:stCxn id="14" idx="2"/>
            <a:endCxn id="35" idx="0"/>
          </p:cNvCxnSpPr>
          <p:nvPr/>
        </p:nvCxnSpPr>
        <p:spPr>
          <a:xfrm rot="5400000">
            <a:off x="9323323" y="2025440"/>
            <a:ext cx="929597" cy="39872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Shape 45">
            <a:extLst>
              <a:ext uri="{FF2B5EF4-FFF2-40B4-BE49-F238E27FC236}">
                <a16:creationId xmlns:a16="http://schemas.microsoft.com/office/drawing/2014/main" id="{6DE93DE3-E5D9-9FE8-0FC8-44EC55B88B61}"/>
              </a:ext>
            </a:extLst>
          </p:cNvPr>
          <p:cNvSpPr/>
          <p:nvPr/>
        </p:nvSpPr>
        <p:spPr>
          <a:xfrm>
            <a:off x="9461711" y="2301943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96877E6E-C172-271C-66AE-F21E44925541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28587" y="1345291"/>
            <a:ext cx="6040907" cy="2647489"/>
          </a:xfrm>
          <a:prstGeom prst="bentConnector3">
            <a:avLst>
              <a:gd name="adj1" fmla="val 7585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FFA60F32-180C-7E7D-4DAD-FF72B39B2D3C}"/>
              </a:ext>
            </a:extLst>
          </p:cNvPr>
          <p:cNvCxnSpPr>
            <a:cxnSpLocks/>
            <a:stCxn id="70" idx="2"/>
            <a:endCxn id="6" idx="0"/>
          </p:cNvCxnSpPr>
          <p:nvPr/>
        </p:nvCxnSpPr>
        <p:spPr>
          <a:xfrm rot="5400000">
            <a:off x="4607644" y="2395458"/>
            <a:ext cx="2458588" cy="11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Shape 45">
            <a:extLst>
              <a:ext uri="{FF2B5EF4-FFF2-40B4-BE49-F238E27FC236}">
                <a16:creationId xmlns:a16="http://schemas.microsoft.com/office/drawing/2014/main" id="{C8EAD176-9395-3235-E777-A09BBBFB34DD}"/>
              </a:ext>
            </a:extLst>
          </p:cNvPr>
          <p:cNvSpPr/>
          <p:nvPr/>
        </p:nvSpPr>
        <p:spPr>
          <a:xfrm>
            <a:off x="5501477" y="626976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performer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sp>
        <p:nvSpPr>
          <p:cNvPr id="212" name="Shape 45">
            <a:extLst>
              <a:ext uri="{FF2B5EF4-FFF2-40B4-BE49-F238E27FC236}">
                <a16:creationId xmlns:a16="http://schemas.microsoft.com/office/drawing/2014/main" id="{4874AD59-02A7-5054-76C7-506197E1A978}"/>
              </a:ext>
            </a:extLst>
          </p:cNvPr>
          <p:cNvSpPr/>
          <p:nvPr/>
        </p:nvSpPr>
        <p:spPr>
          <a:xfrm>
            <a:off x="7196731" y="3852174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A1391DF3-4DBF-6E3F-37F4-6AF0A15C8F08}"/>
              </a:ext>
            </a:extLst>
          </p:cNvPr>
          <p:cNvCxnSpPr>
            <a:cxnSpLocks/>
            <a:endCxn id="35" idx="2"/>
          </p:cNvCxnSpPr>
          <p:nvPr/>
        </p:nvCxnSpPr>
        <p:spPr>
          <a:xfrm rot="5400000" flipH="1" flipV="1">
            <a:off x="8390386" y="3609378"/>
            <a:ext cx="1542153" cy="85459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Shape 45">
            <a:extLst>
              <a:ext uri="{FF2B5EF4-FFF2-40B4-BE49-F238E27FC236}">
                <a16:creationId xmlns:a16="http://schemas.microsoft.com/office/drawing/2014/main" id="{633F0678-25C5-49D2-68BD-732CBA37CB03}"/>
              </a:ext>
            </a:extLst>
          </p:cNvPr>
          <p:cNvSpPr/>
          <p:nvPr/>
        </p:nvSpPr>
        <p:spPr>
          <a:xfrm>
            <a:off x="8654813" y="4108953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</a:t>
            </a:r>
          </a:p>
        </p:txBody>
      </p: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A4651D48-2EB8-3D09-29E9-3929533A1C2F}"/>
              </a:ext>
            </a:extLst>
          </p:cNvPr>
          <p:cNvCxnSpPr>
            <a:cxnSpLocks/>
            <a:stCxn id="2" idx="0"/>
            <a:endCxn id="62" idx="2"/>
          </p:cNvCxnSpPr>
          <p:nvPr/>
        </p:nvCxnSpPr>
        <p:spPr>
          <a:xfrm rot="16200000" flipV="1">
            <a:off x="8077588" y="5612776"/>
            <a:ext cx="407617" cy="12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Shape 45">
            <a:extLst>
              <a:ext uri="{FF2B5EF4-FFF2-40B4-BE49-F238E27FC236}">
                <a16:creationId xmlns:a16="http://schemas.microsoft.com/office/drawing/2014/main" id="{9C1C4207-4001-8D8C-64FB-32E15045A13E}"/>
              </a:ext>
            </a:extLst>
          </p:cNvPr>
          <p:cNvSpPr/>
          <p:nvPr/>
        </p:nvSpPr>
        <p:spPr>
          <a:xfrm>
            <a:off x="7371079" y="551757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basedOn</a:t>
            </a:r>
          </a:p>
        </p:txBody>
      </p:sp>
      <p:sp>
        <p:nvSpPr>
          <p:cNvPr id="42" name="Shape 45">
            <a:extLst>
              <a:ext uri="{FF2B5EF4-FFF2-40B4-BE49-F238E27FC236}">
                <a16:creationId xmlns:a16="http://schemas.microsoft.com/office/drawing/2014/main" id="{75F78296-5A7C-2D71-F37F-512247EDA1F7}"/>
              </a:ext>
            </a:extLst>
          </p:cNvPr>
          <p:cNvSpPr/>
          <p:nvPr/>
        </p:nvSpPr>
        <p:spPr>
          <a:xfrm>
            <a:off x="5870550" y="4912282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requester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DFF9B85-E81D-7069-2FD1-7D6423409464}"/>
              </a:ext>
            </a:extLst>
          </p:cNvPr>
          <p:cNvCxnSpPr>
            <a:cxnSpLocks/>
            <a:stCxn id="30" idx="2"/>
            <a:endCxn id="20" idx="0"/>
          </p:cNvCxnSpPr>
          <p:nvPr/>
        </p:nvCxnSpPr>
        <p:spPr>
          <a:xfrm rot="16200000" flipH="1">
            <a:off x="2411293" y="5077776"/>
            <a:ext cx="395662" cy="1063925"/>
          </a:xfrm>
          <a:prstGeom prst="bentConnector3">
            <a:avLst>
              <a:gd name="adj1" fmla="val 650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CC8745F-F1DB-159B-423D-C1736704464A}"/>
              </a:ext>
            </a:extLst>
          </p:cNvPr>
          <p:cNvSpPr/>
          <p:nvPr/>
        </p:nvSpPr>
        <p:spPr>
          <a:xfrm>
            <a:off x="113591" y="5807570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Organization: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B8C4F5-A5A4-EBD0-6EEE-199EB8631B9C}"/>
              </a:ext>
            </a:extLst>
          </p:cNvPr>
          <p:cNvSpPr/>
          <p:nvPr/>
        </p:nvSpPr>
        <p:spPr>
          <a:xfrm>
            <a:off x="2223087" y="5807570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9F4BBC9-8C8F-ED35-377D-D871DCAC8C51}"/>
              </a:ext>
            </a:extLst>
          </p:cNvPr>
          <p:cNvCxnSpPr>
            <a:cxnSpLocks/>
            <a:stCxn id="30" idx="2"/>
            <a:endCxn id="17" idx="0"/>
          </p:cNvCxnSpPr>
          <p:nvPr/>
        </p:nvCxnSpPr>
        <p:spPr>
          <a:xfrm rot="5400000">
            <a:off x="1356546" y="5086954"/>
            <a:ext cx="395662" cy="1045571"/>
          </a:xfrm>
          <a:prstGeom prst="bentConnector3">
            <a:avLst>
              <a:gd name="adj1" fmla="val 650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hape 45">
            <a:extLst>
              <a:ext uri="{FF2B5EF4-FFF2-40B4-BE49-F238E27FC236}">
                <a16:creationId xmlns:a16="http://schemas.microsoft.com/office/drawing/2014/main" id="{34563286-CBE5-D826-BDAC-378308A0EBBD}"/>
              </a:ext>
            </a:extLst>
          </p:cNvPr>
          <p:cNvSpPr/>
          <p:nvPr/>
        </p:nvSpPr>
        <p:spPr>
          <a:xfrm>
            <a:off x="2469881" y="5465566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practitioner</a:t>
            </a:r>
          </a:p>
        </p:txBody>
      </p:sp>
      <p:sp>
        <p:nvSpPr>
          <p:cNvPr id="27" name="Shape 45">
            <a:extLst>
              <a:ext uri="{FF2B5EF4-FFF2-40B4-BE49-F238E27FC236}">
                <a16:creationId xmlns:a16="http://schemas.microsoft.com/office/drawing/2014/main" id="{C00F5E28-F3F6-1548-7B39-92B8BCAD624C}"/>
              </a:ext>
            </a:extLst>
          </p:cNvPr>
          <p:cNvSpPr/>
          <p:nvPr/>
        </p:nvSpPr>
        <p:spPr>
          <a:xfrm>
            <a:off x="383693" y="5473518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403A00-EA21-D8B5-DB09-AAE8478B5448}"/>
              </a:ext>
            </a:extLst>
          </p:cNvPr>
          <p:cNvSpPr/>
          <p:nvPr/>
        </p:nvSpPr>
        <p:spPr>
          <a:xfrm>
            <a:off x="1159162" y="4835908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PractitionerRole: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E7CDF3F9-0FAF-4456-8EE7-E17EA28FB73E}"/>
              </a:ext>
            </a:extLst>
          </p:cNvPr>
          <p:cNvCxnSpPr>
            <a:cxnSpLocks/>
            <a:stCxn id="62" idx="1"/>
            <a:endCxn id="30" idx="3"/>
          </p:cNvCxnSpPr>
          <p:nvPr/>
        </p:nvCxnSpPr>
        <p:spPr>
          <a:xfrm rot="10800000" flipV="1">
            <a:off x="2995163" y="5121584"/>
            <a:ext cx="4367617" cy="232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463CCEA-2163-8EFF-BC80-614BE0696AA6}"/>
              </a:ext>
            </a:extLst>
          </p:cNvPr>
          <p:cNvCxnSpPr>
            <a:cxnSpLocks/>
          </p:cNvCxnSpPr>
          <p:nvPr/>
        </p:nvCxnSpPr>
        <p:spPr>
          <a:xfrm rot="10800000">
            <a:off x="3028587" y="4258756"/>
            <a:ext cx="4335430" cy="1976810"/>
          </a:xfrm>
          <a:prstGeom prst="bentConnector3">
            <a:avLst>
              <a:gd name="adj1" fmla="val 6622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6BDE31A3-E653-F834-047C-62071FE5D025}"/>
              </a:ext>
            </a:extLst>
          </p:cNvPr>
          <p:cNvSpPr/>
          <p:nvPr/>
        </p:nvSpPr>
        <p:spPr>
          <a:xfrm>
            <a:off x="1164692" y="1936323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Organization: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Author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233464A-F9FB-7D82-8E51-0D5C2CD8DB3C}"/>
              </a:ext>
            </a:extLst>
          </p:cNvPr>
          <p:cNvSpPr/>
          <p:nvPr/>
        </p:nvSpPr>
        <p:spPr>
          <a:xfrm>
            <a:off x="620124" y="2689599"/>
            <a:ext cx="2953030" cy="963647"/>
          </a:xfrm>
          <a:prstGeom prst="rect">
            <a:avLst/>
          </a:prstGeom>
          <a:solidFill>
            <a:srgbClr val="FEA33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Document:</a:t>
            </a:r>
            <a:r>
              <a:rPr lang="en-US" sz="11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Depending on the scenario, there is one Organization </a:t>
            </a:r>
            <a:r>
              <a:rPr lang="en-US" sz="1100" b="1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instance</a:t>
            </a:r>
            <a:r>
              <a:rPr lang="en-US" sz="11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Author and Lab or two separate ones (e.g. in the broker scenario).</a:t>
            </a:r>
            <a:endParaRPr lang="LID4096" sz="1100" i="1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8BF7667-9610-1EDD-D5CE-C31559A9C2EB}"/>
              </a:ext>
            </a:extLst>
          </p:cNvPr>
          <p:cNvSpPr/>
          <p:nvPr/>
        </p:nvSpPr>
        <p:spPr>
          <a:xfrm>
            <a:off x="1178639" y="3841887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Organization: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</a:t>
            </a:r>
          </a:p>
        </p:txBody>
      </p:sp>
    </p:spTree>
    <p:extLst>
      <p:ext uri="{BB962C8B-B14F-4D97-AF65-F5344CB8AC3E}">
        <p14:creationId xmlns:p14="http://schemas.microsoft.com/office/powerpoint/2010/main" val="1778454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BF201C-4D7B-42C6-9610-32AFABEF970B}"/>
              </a:ext>
            </a:extLst>
          </p:cNvPr>
          <p:cNvSpPr/>
          <p:nvPr/>
        </p:nvSpPr>
        <p:spPr>
          <a:xfrm>
            <a:off x="7364013" y="5817201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DiagnosticReport: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Report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F3DEA9-AFF0-4AF0-92F8-92666E98C5A5}"/>
              </a:ext>
            </a:extLst>
          </p:cNvPr>
          <p:cNvSpPr/>
          <p:nvPr/>
        </p:nvSpPr>
        <p:spPr>
          <a:xfrm>
            <a:off x="4919494" y="590720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Composition: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Report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EF8CE3DF-FF68-4EEB-AE83-F34CE556C5FB}"/>
              </a:ext>
            </a:extLst>
          </p:cNvPr>
          <p:cNvCxnSpPr>
            <a:cxnSpLocks/>
            <a:stCxn id="2" idx="2"/>
            <a:endCxn id="70" idx="0"/>
          </p:cNvCxnSpPr>
          <p:nvPr/>
        </p:nvCxnSpPr>
        <p:spPr>
          <a:xfrm rot="5400000" flipH="1">
            <a:off x="4158513" y="2269702"/>
            <a:ext cx="5802481" cy="2444519"/>
          </a:xfrm>
          <a:prstGeom prst="bentConnector5">
            <a:avLst>
              <a:gd name="adj1" fmla="val -5628"/>
              <a:gd name="adj2" fmla="val -150514"/>
              <a:gd name="adj3" fmla="val 10394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Shape 45">
            <a:extLst>
              <a:ext uri="{FF2B5EF4-FFF2-40B4-BE49-F238E27FC236}">
                <a16:creationId xmlns:a16="http://schemas.microsoft.com/office/drawing/2014/main" id="{1083A091-7A3E-4319-8754-139E9BB5F9D8}"/>
              </a:ext>
            </a:extLst>
          </p:cNvPr>
          <p:cNvSpPr/>
          <p:nvPr/>
        </p:nvSpPr>
        <p:spPr>
          <a:xfrm>
            <a:off x="6794470" y="4303356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73283-14DB-37EC-D1D9-02B7DA2B1226}"/>
              </a:ext>
            </a:extLst>
          </p:cNvPr>
          <p:cNvSpPr/>
          <p:nvPr/>
        </p:nvSpPr>
        <p:spPr>
          <a:xfrm>
            <a:off x="4918382" y="3625308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64EA94B-E277-BE76-2059-4C0F1F5D34D9}"/>
              </a:ext>
            </a:extLst>
          </p:cNvPr>
          <p:cNvCxnSpPr>
            <a:cxnSpLocks/>
          </p:cNvCxnSpPr>
          <p:nvPr/>
        </p:nvCxnSpPr>
        <p:spPr>
          <a:xfrm rot="10800000">
            <a:off x="5392268" y="4201308"/>
            <a:ext cx="1964863" cy="1777972"/>
          </a:xfrm>
          <a:prstGeom prst="bentConnector3">
            <a:avLst>
              <a:gd name="adj1" fmla="val 10005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hape 45">
            <a:extLst>
              <a:ext uri="{FF2B5EF4-FFF2-40B4-BE49-F238E27FC236}">
                <a16:creationId xmlns:a16="http://schemas.microsoft.com/office/drawing/2014/main" id="{92F01B6D-D487-681B-E109-E500A4250AC0}"/>
              </a:ext>
            </a:extLst>
          </p:cNvPr>
          <p:cNvSpPr/>
          <p:nvPr/>
        </p:nvSpPr>
        <p:spPr>
          <a:xfrm>
            <a:off x="6616182" y="148043"/>
            <a:ext cx="33903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extension:diagnosticReportCompositionR5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8C616F-42F3-C031-3EEB-385D1EAE2D43}"/>
              </a:ext>
            </a:extLst>
          </p:cNvPr>
          <p:cNvSpPr/>
          <p:nvPr/>
        </p:nvSpPr>
        <p:spPr>
          <a:xfrm>
            <a:off x="9069481" y="1184002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Observation Results: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45">
            <a:extLst>
              <a:ext uri="{FF2B5EF4-FFF2-40B4-BE49-F238E27FC236}">
                <a16:creationId xmlns:a16="http://schemas.microsoft.com/office/drawing/2014/main" id="{B8871091-4862-7ECF-53BA-67D143FA45F2}"/>
              </a:ext>
            </a:extLst>
          </p:cNvPr>
          <p:cNvSpPr/>
          <p:nvPr/>
        </p:nvSpPr>
        <p:spPr>
          <a:xfrm>
            <a:off x="9535695" y="6261139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result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413260F-AEB7-D0BB-EA9B-37D7855E6790}"/>
              </a:ext>
            </a:extLst>
          </p:cNvPr>
          <p:cNvCxnSpPr>
            <a:cxnSpLocks/>
            <a:stCxn id="70" idx="1"/>
            <a:endCxn id="54" idx="0"/>
          </p:cNvCxnSpPr>
          <p:nvPr/>
        </p:nvCxnSpPr>
        <p:spPr>
          <a:xfrm rot="10800000" flipV="1">
            <a:off x="2078870" y="878719"/>
            <a:ext cx="2840624" cy="64224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hape 45">
            <a:extLst>
              <a:ext uri="{FF2B5EF4-FFF2-40B4-BE49-F238E27FC236}">
                <a16:creationId xmlns:a16="http://schemas.microsoft.com/office/drawing/2014/main" id="{8D6C725B-4D35-71F3-49FB-EB9766842CD3}"/>
              </a:ext>
            </a:extLst>
          </p:cNvPr>
          <p:cNvSpPr/>
          <p:nvPr/>
        </p:nvSpPr>
        <p:spPr>
          <a:xfrm>
            <a:off x="4956639" y="2493961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sp>
        <p:nvSpPr>
          <p:cNvPr id="29" name="Shape 45">
            <a:extLst>
              <a:ext uri="{FF2B5EF4-FFF2-40B4-BE49-F238E27FC236}">
                <a16:creationId xmlns:a16="http://schemas.microsoft.com/office/drawing/2014/main" id="{0AF06171-89C7-3D00-7A54-63F429131BC5}"/>
              </a:ext>
            </a:extLst>
          </p:cNvPr>
          <p:cNvSpPr/>
          <p:nvPr/>
        </p:nvSpPr>
        <p:spPr>
          <a:xfrm>
            <a:off x="1189464" y="106368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author</a:t>
            </a:r>
          </a:p>
        </p:txBody>
      </p:sp>
      <p:sp>
        <p:nvSpPr>
          <p:cNvPr id="34" name="Shape 45">
            <a:extLst>
              <a:ext uri="{FF2B5EF4-FFF2-40B4-BE49-F238E27FC236}">
                <a16:creationId xmlns:a16="http://schemas.microsoft.com/office/drawing/2014/main" id="{309AAC48-53C7-A6AE-30C4-D3115B357921}"/>
              </a:ext>
            </a:extLst>
          </p:cNvPr>
          <p:cNvSpPr/>
          <p:nvPr/>
        </p:nvSpPr>
        <p:spPr>
          <a:xfrm>
            <a:off x="7643698" y="13584410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 0..1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AA5D3D-C639-DEF3-97E5-F645D2356F8E}"/>
              </a:ext>
            </a:extLst>
          </p:cNvPr>
          <p:cNvSpPr/>
          <p:nvPr/>
        </p:nvSpPr>
        <p:spPr>
          <a:xfrm>
            <a:off x="8670760" y="2689599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Specimen: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4DD6A50-45C4-4C49-1247-ED850774EB34}"/>
              </a:ext>
            </a:extLst>
          </p:cNvPr>
          <p:cNvCxnSpPr>
            <a:cxnSpLocks/>
            <a:stCxn id="70" idx="3"/>
            <a:endCxn id="14" idx="0"/>
          </p:cNvCxnSpPr>
          <p:nvPr/>
        </p:nvCxnSpPr>
        <p:spPr>
          <a:xfrm>
            <a:off x="6755494" y="878720"/>
            <a:ext cx="3231987" cy="30528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hape 45">
            <a:extLst>
              <a:ext uri="{FF2B5EF4-FFF2-40B4-BE49-F238E27FC236}">
                <a16:creationId xmlns:a16="http://schemas.microsoft.com/office/drawing/2014/main" id="{9B84A21F-BAC5-874D-C1CD-20F70C73D73A}"/>
              </a:ext>
            </a:extLst>
          </p:cNvPr>
          <p:cNvSpPr/>
          <p:nvPr/>
        </p:nvSpPr>
        <p:spPr>
          <a:xfrm>
            <a:off x="7275679" y="659689"/>
            <a:ext cx="145762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section.entry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31759CB1-7669-C8F1-5B4D-21EC368DF435}"/>
              </a:ext>
            </a:extLst>
          </p:cNvPr>
          <p:cNvCxnSpPr>
            <a:cxnSpLocks/>
            <a:stCxn id="35" idx="1"/>
          </p:cNvCxnSpPr>
          <p:nvPr/>
        </p:nvCxnSpPr>
        <p:spPr>
          <a:xfrm rot="10800000" flipV="1">
            <a:off x="6755500" y="2977598"/>
            <a:ext cx="1915261" cy="1087353"/>
          </a:xfrm>
          <a:prstGeom prst="bentConnector3">
            <a:avLst>
              <a:gd name="adj1" fmla="val 1974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7767DFC-383C-63C3-71DA-1EE15167E1BA}"/>
              </a:ext>
            </a:extLst>
          </p:cNvPr>
          <p:cNvCxnSpPr>
            <a:cxnSpLocks/>
            <a:endCxn id="35" idx="3"/>
          </p:cNvCxnSpPr>
          <p:nvPr/>
        </p:nvCxnSpPr>
        <p:spPr>
          <a:xfrm rot="5400000" flipH="1" flipV="1">
            <a:off x="8363781" y="3818223"/>
            <a:ext cx="2983602" cy="1302355"/>
          </a:xfrm>
          <a:prstGeom prst="bentConnector4">
            <a:avLst>
              <a:gd name="adj1" fmla="val -85"/>
              <a:gd name="adj2" fmla="val 12041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hape 45">
            <a:extLst>
              <a:ext uri="{FF2B5EF4-FFF2-40B4-BE49-F238E27FC236}">
                <a16:creationId xmlns:a16="http://schemas.microsoft.com/office/drawing/2014/main" id="{7C26EC17-BB27-C3DC-AC4D-2F5B34EC0AA3}"/>
              </a:ext>
            </a:extLst>
          </p:cNvPr>
          <p:cNvSpPr/>
          <p:nvPr/>
        </p:nvSpPr>
        <p:spPr>
          <a:xfrm>
            <a:off x="6552534" y="137924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performer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17DF6FC-4A57-868F-7F70-AE00B7CDDACD}"/>
              </a:ext>
            </a:extLst>
          </p:cNvPr>
          <p:cNvCxnSpPr>
            <a:cxnSpLocks/>
            <a:stCxn id="54" idx="2"/>
            <a:endCxn id="28" idx="0"/>
          </p:cNvCxnSpPr>
          <p:nvPr/>
        </p:nvCxnSpPr>
        <p:spPr>
          <a:xfrm rot="16200000" flipH="1">
            <a:off x="2413001" y="1762833"/>
            <a:ext cx="395662" cy="1063925"/>
          </a:xfrm>
          <a:prstGeom prst="bentConnector3">
            <a:avLst>
              <a:gd name="adj1" fmla="val 650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752C100-86D5-63A3-80A5-23BA9F223AAA}"/>
              </a:ext>
            </a:extLst>
          </p:cNvPr>
          <p:cNvSpPr/>
          <p:nvPr/>
        </p:nvSpPr>
        <p:spPr>
          <a:xfrm>
            <a:off x="115299" y="2492627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Organization: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D4B7B-E5E2-908F-A427-1F769F30EA09}"/>
              </a:ext>
            </a:extLst>
          </p:cNvPr>
          <p:cNvSpPr/>
          <p:nvPr/>
        </p:nvSpPr>
        <p:spPr>
          <a:xfrm>
            <a:off x="2224795" y="2492627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CDF83F0-3E77-74B2-F1BE-DAA98EAC8F18}"/>
              </a:ext>
            </a:extLst>
          </p:cNvPr>
          <p:cNvCxnSpPr>
            <a:cxnSpLocks/>
            <a:stCxn id="54" idx="2"/>
            <a:endCxn id="26" idx="0"/>
          </p:cNvCxnSpPr>
          <p:nvPr/>
        </p:nvCxnSpPr>
        <p:spPr>
          <a:xfrm rot="5400000">
            <a:off x="1358254" y="1772011"/>
            <a:ext cx="395662" cy="1045571"/>
          </a:xfrm>
          <a:prstGeom prst="bentConnector3">
            <a:avLst>
              <a:gd name="adj1" fmla="val 650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hape 45">
            <a:extLst>
              <a:ext uri="{FF2B5EF4-FFF2-40B4-BE49-F238E27FC236}">
                <a16:creationId xmlns:a16="http://schemas.microsoft.com/office/drawing/2014/main" id="{B3A5E237-C503-61A9-7E7E-F16A374B715A}"/>
              </a:ext>
            </a:extLst>
          </p:cNvPr>
          <p:cNvSpPr/>
          <p:nvPr/>
        </p:nvSpPr>
        <p:spPr>
          <a:xfrm>
            <a:off x="2471589" y="2151654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practitioner</a:t>
            </a:r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AE331578-BA8A-11AB-1A6B-8782C4FAB240}"/>
              </a:ext>
            </a:extLst>
          </p:cNvPr>
          <p:cNvSpPr/>
          <p:nvPr/>
        </p:nvSpPr>
        <p:spPr>
          <a:xfrm>
            <a:off x="385401" y="2158575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organization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F6C34B9-6FAB-61E8-B294-6C168359BA6B}"/>
              </a:ext>
            </a:extLst>
          </p:cNvPr>
          <p:cNvSpPr/>
          <p:nvPr/>
        </p:nvSpPr>
        <p:spPr>
          <a:xfrm>
            <a:off x="7362779" y="4833584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ServiceRequest: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Order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E740B0-1C9E-A43D-23A4-46DE7A77975D}"/>
              </a:ext>
            </a:extLst>
          </p:cNvPr>
          <p:cNvSpPr/>
          <p:nvPr/>
        </p:nvSpPr>
        <p:spPr>
          <a:xfrm>
            <a:off x="1160870" y="1520965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PractitionerRole: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</a:t>
            </a:r>
          </a:p>
        </p:txBody>
      </p:sp>
      <p:sp>
        <p:nvSpPr>
          <p:cNvPr id="102" name="Shape 45">
            <a:extLst>
              <a:ext uri="{FF2B5EF4-FFF2-40B4-BE49-F238E27FC236}">
                <a16:creationId xmlns:a16="http://schemas.microsoft.com/office/drawing/2014/main" id="{3644481C-BFD3-500F-0FC8-66AE285BFA67}"/>
              </a:ext>
            </a:extLst>
          </p:cNvPr>
          <p:cNvSpPr/>
          <p:nvPr/>
        </p:nvSpPr>
        <p:spPr>
          <a:xfrm>
            <a:off x="9567859" y="573878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2BFABD96-AFBA-0FF4-283E-1570ABADE29A}"/>
              </a:ext>
            </a:extLst>
          </p:cNvPr>
          <p:cNvCxnSpPr>
            <a:cxnSpLocks/>
            <a:endCxn id="14" idx="3"/>
          </p:cNvCxnSpPr>
          <p:nvPr/>
        </p:nvCxnSpPr>
        <p:spPr>
          <a:xfrm rot="5400000" flipH="1" flipV="1">
            <a:off x="7668873" y="2998942"/>
            <a:ext cx="4763547" cy="1709669"/>
          </a:xfrm>
          <a:prstGeom prst="bentConnector4">
            <a:avLst>
              <a:gd name="adj1" fmla="val 215"/>
              <a:gd name="adj2" fmla="val 12985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Shape 45">
            <a:extLst>
              <a:ext uri="{FF2B5EF4-FFF2-40B4-BE49-F238E27FC236}">
                <a16:creationId xmlns:a16="http://schemas.microsoft.com/office/drawing/2014/main" id="{37A58A43-29FE-4183-5356-E14167720510}"/>
              </a:ext>
            </a:extLst>
          </p:cNvPr>
          <p:cNvSpPr/>
          <p:nvPr/>
        </p:nvSpPr>
        <p:spPr>
          <a:xfrm>
            <a:off x="6125235" y="5738589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ABE813FA-1943-E8D9-2B56-DAB900B3BCD1}"/>
              </a:ext>
            </a:extLst>
          </p:cNvPr>
          <p:cNvCxnSpPr>
            <a:cxnSpLocks/>
            <a:stCxn id="62" idx="0"/>
            <a:endCxn id="6" idx="2"/>
          </p:cNvCxnSpPr>
          <p:nvPr/>
        </p:nvCxnSpPr>
        <p:spPr>
          <a:xfrm rot="16200000" flipV="1">
            <a:off x="6742443" y="3295247"/>
            <a:ext cx="632276" cy="244439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C116E6D1-BF7A-A281-276A-4BF3EFF8242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55497" y="1615015"/>
            <a:ext cx="2313985" cy="211843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Shape 45">
            <a:extLst>
              <a:ext uri="{FF2B5EF4-FFF2-40B4-BE49-F238E27FC236}">
                <a16:creationId xmlns:a16="http://schemas.microsoft.com/office/drawing/2014/main" id="{9BC4370F-57C2-93DC-9559-D1E9138F8284}"/>
              </a:ext>
            </a:extLst>
          </p:cNvPr>
          <p:cNvSpPr/>
          <p:nvPr/>
        </p:nvSpPr>
        <p:spPr>
          <a:xfrm>
            <a:off x="7018836" y="2493961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9B117187-4B21-5B03-7AD0-C27EE5EEAA9D}"/>
              </a:ext>
            </a:extLst>
          </p:cNvPr>
          <p:cNvCxnSpPr>
            <a:cxnSpLocks/>
            <a:stCxn id="14" idx="2"/>
            <a:endCxn id="35" idx="0"/>
          </p:cNvCxnSpPr>
          <p:nvPr/>
        </p:nvCxnSpPr>
        <p:spPr>
          <a:xfrm rot="5400000">
            <a:off x="9323323" y="2025440"/>
            <a:ext cx="929597" cy="39872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Shape 45">
            <a:extLst>
              <a:ext uri="{FF2B5EF4-FFF2-40B4-BE49-F238E27FC236}">
                <a16:creationId xmlns:a16="http://schemas.microsoft.com/office/drawing/2014/main" id="{6DE93DE3-E5D9-9FE8-0FC8-44EC55B88B61}"/>
              </a:ext>
            </a:extLst>
          </p:cNvPr>
          <p:cNvSpPr/>
          <p:nvPr/>
        </p:nvSpPr>
        <p:spPr>
          <a:xfrm>
            <a:off x="9461711" y="2301943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96877E6E-C172-271C-66AE-F21E4492554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97917" y="1345307"/>
            <a:ext cx="6071567" cy="315489"/>
          </a:xfrm>
          <a:prstGeom prst="bentConnector3">
            <a:avLst>
              <a:gd name="adj1" fmla="val 3996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F7AC18B9-E31B-D104-E903-357AC390D0E9}"/>
              </a:ext>
            </a:extLst>
          </p:cNvPr>
          <p:cNvCxnSpPr>
            <a:cxnSpLocks/>
          </p:cNvCxnSpPr>
          <p:nvPr/>
        </p:nvCxnSpPr>
        <p:spPr>
          <a:xfrm rot="10800000">
            <a:off x="3003755" y="1956911"/>
            <a:ext cx="4353377" cy="4278638"/>
          </a:xfrm>
          <a:prstGeom prst="bentConnector3">
            <a:avLst>
              <a:gd name="adj1" fmla="val 627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FFA60F32-180C-7E7D-4DAD-FF72B39B2D3C}"/>
              </a:ext>
            </a:extLst>
          </p:cNvPr>
          <p:cNvCxnSpPr>
            <a:cxnSpLocks/>
            <a:stCxn id="70" idx="2"/>
            <a:endCxn id="6" idx="0"/>
          </p:cNvCxnSpPr>
          <p:nvPr/>
        </p:nvCxnSpPr>
        <p:spPr>
          <a:xfrm rot="5400000">
            <a:off x="4607644" y="2395458"/>
            <a:ext cx="2458588" cy="11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Shape 45">
            <a:extLst>
              <a:ext uri="{FF2B5EF4-FFF2-40B4-BE49-F238E27FC236}">
                <a16:creationId xmlns:a16="http://schemas.microsoft.com/office/drawing/2014/main" id="{C8EAD176-9395-3235-E777-A09BBBFB34DD}"/>
              </a:ext>
            </a:extLst>
          </p:cNvPr>
          <p:cNvSpPr/>
          <p:nvPr/>
        </p:nvSpPr>
        <p:spPr>
          <a:xfrm>
            <a:off x="5501477" y="626976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performer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sp>
        <p:nvSpPr>
          <p:cNvPr id="212" name="Shape 45">
            <a:extLst>
              <a:ext uri="{FF2B5EF4-FFF2-40B4-BE49-F238E27FC236}">
                <a16:creationId xmlns:a16="http://schemas.microsoft.com/office/drawing/2014/main" id="{4874AD59-02A7-5054-76C7-506197E1A978}"/>
              </a:ext>
            </a:extLst>
          </p:cNvPr>
          <p:cNvSpPr/>
          <p:nvPr/>
        </p:nvSpPr>
        <p:spPr>
          <a:xfrm>
            <a:off x="7196731" y="3852174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A1391DF3-4DBF-6E3F-37F4-6AF0A15C8F08}"/>
              </a:ext>
            </a:extLst>
          </p:cNvPr>
          <p:cNvCxnSpPr>
            <a:cxnSpLocks/>
            <a:endCxn id="35" idx="2"/>
          </p:cNvCxnSpPr>
          <p:nvPr/>
        </p:nvCxnSpPr>
        <p:spPr>
          <a:xfrm rot="5400000" flipH="1" flipV="1">
            <a:off x="8390386" y="3609378"/>
            <a:ext cx="1542153" cy="85459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Shape 45">
            <a:extLst>
              <a:ext uri="{FF2B5EF4-FFF2-40B4-BE49-F238E27FC236}">
                <a16:creationId xmlns:a16="http://schemas.microsoft.com/office/drawing/2014/main" id="{633F0678-25C5-49D2-68BD-732CBA37CB03}"/>
              </a:ext>
            </a:extLst>
          </p:cNvPr>
          <p:cNvSpPr/>
          <p:nvPr/>
        </p:nvSpPr>
        <p:spPr>
          <a:xfrm>
            <a:off x="8654813" y="4108953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</a:t>
            </a:r>
          </a:p>
        </p:txBody>
      </p: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A4651D48-2EB8-3D09-29E9-3929533A1C2F}"/>
              </a:ext>
            </a:extLst>
          </p:cNvPr>
          <p:cNvCxnSpPr>
            <a:cxnSpLocks/>
            <a:stCxn id="2" idx="0"/>
            <a:endCxn id="62" idx="2"/>
          </p:cNvCxnSpPr>
          <p:nvPr/>
        </p:nvCxnSpPr>
        <p:spPr>
          <a:xfrm rot="16200000" flipV="1">
            <a:off x="8077588" y="5612776"/>
            <a:ext cx="407617" cy="12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Shape 45">
            <a:extLst>
              <a:ext uri="{FF2B5EF4-FFF2-40B4-BE49-F238E27FC236}">
                <a16:creationId xmlns:a16="http://schemas.microsoft.com/office/drawing/2014/main" id="{9C1C4207-4001-8D8C-64FB-32E15045A13E}"/>
              </a:ext>
            </a:extLst>
          </p:cNvPr>
          <p:cNvSpPr/>
          <p:nvPr/>
        </p:nvSpPr>
        <p:spPr>
          <a:xfrm>
            <a:off x="7371079" y="551757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basedOn</a:t>
            </a:r>
          </a:p>
        </p:txBody>
      </p:sp>
      <p:sp>
        <p:nvSpPr>
          <p:cNvPr id="42" name="Shape 45">
            <a:extLst>
              <a:ext uri="{FF2B5EF4-FFF2-40B4-BE49-F238E27FC236}">
                <a16:creationId xmlns:a16="http://schemas.microsoft.com/office/drawing/2014/main" id="{75F78296-5A7C-2D71-F37F-512247EDA1F7}"/>
              </a:ext>
            </a:extLst>
          </p:cNvPr>
          <p:cNvSpPr/>
          <p:nvPr/>
        </p:nvSpPr>
        <p:spPr>
          <a:xfrm>
            <a:off x="5870550" y="4912282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requester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DFF9B85-E81D-7069-2FD1-7D6423409464}"/>
              </a:ext>
            </a:extLst>
          </p:cNvPr>
          <p:cNvCxnSpPr>
            <a:cxnSpLocks/>
            <a:stCxn id="30" idx="2"/>
            <a:endCxn id="20" idx="0"/>
          </p:cNvCxnSpPr>
          <p:nvPr/>
        </p:nvCxnSpPr>
        <p:spPr>
          <a:xfrm rot="16200000" flipH="1">
            <a:off x="2411293" y="5077776"/>
            <a:ext cx="395662" cy="1063925"/>
          </a:xfrm>
          <a:prstGeom prst="bentConnector3">
            <a:avLst>
              <a:gd name="adj1" fmla="val 650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CC8745F-F1DB-159B-423D-C1736704464A}"/>
              </a:ext>
            </a:extLst>
          </p:cNvPr>
          <p:cNvSpPr/>
          <p:nvPr/>
        </p:nvSpPr>
        <p:spPr>
          <a:xfrm>
            <a:off x="113591" y="5807570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Organization: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B8C4F5-A5A4-EBD0-6EEE-199EB8631B9C}"/>
              </a:ext>
            </a:extLst>
          </p:cNvPr>
          <p:cNvSpPr/>
          <p:nvPr/>
        </p:nvSpPr>
        <p:spPr>
          <a:xfrm>
            <a:off x="2223087" y="5807570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9F4BBC9-8C8F-ED35-377D-D871DCAC8C51}"/>
              </a:ext>
            </a:extLst>
          </p:cNvPr>
          <p:cNvCxnSpPr>
            <a:cxnSpLocks/>
            <a:stCxn id="30" idx="2"/>
            <a:endCxn id="17" idx="0"/>
          </p:cNvCxnSpPr>
          <p:nvPr/>
        </p:nvCxnSpPr>
        <p:spPr>
          <a:xfrm rot="5400000">
            <a:off x="1356546" y="5086954"/>
            <a:ext cx="395662" cy="1045571"/>
          </a:xfrm>
          <a:prstGeom prst="bentConnector3">
            <a:avLst>
              <a:gd name="adj1" fmla="val 650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hape 45">
            <a:extLst>
              <a:ext uri="{FF2B5EF4-FFF2-40B4-BE49-F238E27FC236}">
                <a16:creationId xmlns:a16="http://schemas.microsoft.com/office/drawing/2014/main" id="{34563286-CBE5-D826-BDAC-378308A0EBBD}"/>
              </a:ext>
            </a:extLst>
          </p:cNvPr>
          <p:cNvSpPr/>
          <p:nvPr/>
        </p:nvSpPr>
        <p:spPr>
          <a:xfrm>
            <a:off x="2469881" y="5465566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practitioner</a:t>
            </a:r>
          </a:p>
        </p:txBody>
      </p:sp>
      <p:sp>
        <p:nvSpPr>
          <p:cNvPr id="27" name="Shape 45">
            <a:extLst>
              <a:ext uri="{FF2B5EF4-FFF2-40B4-BE49-F238E27FC236}">
                <a16:creationId xmlns:a16="http://schemas.microsoft.com/office/drawing/2014/main" id="{C00F5E28-F3F6-1548-7B39-92B8BCAD624C}"/>
              </a:ext>
            </a:extLst>
          </p:cNvPr>
          <p:cNvSpPr/>
          <p:nvPr/>
        </p:nvSpPr>
        <p:spPr>
          <a:xfrm>
            <a:off x="383693" y="5473518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403A00-EA21-D8B5-DB09-AAE8478B5448}"/>
              </a:ext>
            </a:extLst>
          </p:cNvPr>
          <p:cNvSpPr/>
          <p:nvPr/>
        </p:nvSpPr>
        <p:spPr>
          <a:xfrm>
            <a:off x="1159162" y="4835908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PractitionerRole: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E7CDF3F9-0FAF-4456-8EE7-E17EA28FB73E}"/>
              </a:ext>
            </a:extLst>
          </p:cNvPr>
          <p:cNvCxnSpPr>
            <a:cxnSpLocks/>
            <a:stCxn id="62" idx="1"/>
            <a:endCxn id="30" idx="3"/>
          </p:cNvCxnSpPr>
          <p:nvPr/>
        </p:nvCxnSpPr>
        <p:spPr>
          <a:xfrm rot="10800000" flipV="1">
            <a:off x="2995163" y="5121584"/>
            <a:ext cx="4367617" cy="232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82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BF201C-4D7B-42C6-9610-32AFABEF970B}"/>
              </a:ext>
            </a:extLst>
          </p:cNvPr>
          <p:cNvSpPr/>
          <p:nvPr/>
        </p:nvSpPr>
        <p:spPr>
          <a:xfrm>
            <a:off x="7364013" y="5817201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DiagnosticReport: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Report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F3DEA9-AFF0-4AF0-92F8-92666E98C5A5}"/>
              </a:ext>
            </a:extLst>
          </p:cNvPr>
          <p:cNvSpPr/>
          <p:nvPr/>
        </p:nvSpPr>
        <p:spPr>
          <a:xfrm>
            <a:off x="4919494" y="590720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Composition: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Report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EF8CE3DF-FF68-4EEB-AE83-F34CE556C5FB}"/>
              </a:ext>
            </a:extLst>
          </p:cNvPr>
          <p:cNvCxnSpPr>
            <a:cxnSpLocks/>
            <a:stCxn id="2" idx="2"/>
            <a:endCxn id="70" idx="0"/>
          </p:cNvCxnSpPr>
          <p:nvPr/>
        </p:nvCxnSpPr>
        <p:spPr>
          <a:xfrm rot="5400000" flipH="1">
            <a:off x="4158513" y="2269702"/>
            <a:ext cx="5802481" cy="2444519"/>
          </a:xfrm>
          <a:prstGeom prst="bentConnector5">
            <a:avLst>
              <a:gd name="adj1" fmla="val -5628"/>
              <a:gd name="adj2" fmla="val -150514"/>
              <a:gd name="adj3" fmla="val 10394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Shape 45">
            <a:extLst>
              <a:ext uri="{FF2B5EF4-FFF2-40B4-BE49-F238E27FC236}">
                <a16:creationId xmlns:a16="http://schemas.microsoft.com/office/drawing/2014/main" id="{1083A091-7A3E-4319-8754-139E9BB5F9D8}"/>
              </a:ext>
            </a:extLst>
          </p:cNvPr>
          <p:cNvSpPr/>
          <p:nvPr/>
        </p:nvSpPr>
        <p:spPr>
          <a:xfrm>
            <a:off x="6794470" y="4303356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73283-14DB-37EC-D1D9-02B7DA2B1226}"/>
              </a:ext>
            </a:extLst>
          </p:cNvPr>
          <p:cNvSpPr/>
          <p:nvPr/>
        </p:nvSpPr>
        <p:spPr>
          <a:xfrm>
            <a:off x="4918382" y="3625308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Patient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64EA94B-E277-BE76-2059-4C0F1F5D34D9}"/>
              </a:ext>
            </a:extLst>
          </p:cNvPr>
          <p:cNvCxnSpPr>
            <a:cxnSpLocks/>
          </p:cNvCxnSpPr>
          <p:nvPr/>
        </p:nvCxnSpPr>
        <p:spPr>
          <a:xfrm rot="10800000">
            <a:off x="5392268" y="4201308"/>
            <a:ext cx="1964863" cy="1777972"/>
          </a:xfrm>
          <a:prstGeom prst="bentConnector3">
            <a:avLst>
              <a:gd name="adj1" fmla="val 10005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hape 45">
            <a:extLst>
              <a:ext uri="{FF2B5EF4-FFF2-40B4-BE49-F238E27FC236}">
                <a16:creationId xmlns:a16="http://schemas.microsoft.com/office/drawing/2014/main" id="{92F01B6D-D487-681B-E109-E500A4250AC0}"/>
              </a:ext>
            </a:extLst>
          </p:cNvPr>
          <p:cNvSpPr/>
          <p:nvPr/>
        </p:nvSpPr>
        <p:spPr>
          <a:xfrm>
            <a:off x="6616182" y="148043"/>
            <a:ext cx="33903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extension:diagnosticReportCompositionR5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8C616F-42F3-C031-3EEB-385D1EAE2D43}"/>
              </a:ext>
            </a:extLst>
          </p:cNvPr>
          <p:cNvSpPr/>
          <p:nvPr/>
        </p:nvSpPr>
        <p:spPr>
          <a:xfrm>
            <a:off x="9069481" y="1184002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Observation Results: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Shape 45">
            <a:extLst>
              <a:ext uri="{FF2B5EF4-FFF2-40B4-BE49-F238E27FC236}">
                <a16:creationId xmlns:a16="http://schemas.microsoft.com/office/drawing/2014/main" id="{B8871091-4862-7ECF-53BA-67D143FA45F2}"/>
              </a:ext>
            </a:extLst>
          </p:cNvPr>
          <p:cNvSpPr/>
          <p:nvPr/>
        </p:nvSpPr>
        <p:spPr>
          <a:xfrm>
            <a:off x="9535695" y="6261139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result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413260F-AEB7-D0BB-EA9B-37D7855E6790}"/>
              </a:ext>
            </a:extLst>
          </p:cNvPr>
          <p:cNvCxnSpPr>
            <a:cxnSpLocks/>
            <a:stCxn id="70" idx="1"/>
            <a:endCxn id="54" idx="0"/>
          </p:cNvCxnSpPr>
          <p:nvPr/>
        </p:nvCxnSpPr>
        <p:spPr>
          <a:xfrm rot="10800000" flipV="1">
            <a:off x="2078870" y="878719"/>
            <a:ext cx="2840624" cy="64224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hape 45">
            <a:extLst>
              <a:ext uri="{FF2B5EF4-FFF2-40B4-BE49-F238E27FC236}">
                <a16:creationId xmlns:a16="http://schemas.microsoft.com/office/drawing/2014/main" id="{8D6C725B-4D35-71F3-49FB-EB9766842CD3}"/>
              </a:ext>
            </a:extLst>
          </p:cNvPr>
          <p:cNvSpPr/>
          <p:nvPr/>
        </p:nvSpPr>
        <p:spPr>
          <a:xfrm>
            <a:off x="4956639" y="2493961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sp>
        <p:nvSpPr>
          <p:cNvPr id="29" name="Shape 45">
            <a:extLst>
              <a:ext uri="{FF2B5EF4-FFF2-40B4-BE49-F238E27FC236}">
                <a16:creationId xmlns:a16="http://schemas.microsoft.com/office/drawing/2014/main" id="{0AF06171-89C7-3D00-7A54-63F429131BC5}"/>
              </a:ext>
            </a:extLst>
          </p:cNvPr>
          <p:cNvSpPr/>
          <p:nvPr/>
        </p:nvSpPr>
        <p:spPr>
          <a:xfrm>
            <a:off x="1189464" y="106368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author</a:t>
            </a:r>
          </a:p>
        </p:txBody>
      </p:sp>
      <p:sp>
        <p:nvSpPr>
          <p:cNvPr id="34" name="Shape 45">
            <a:extLst>
              <a:ext uri="{FF2B5EF4-FFF2-40B4-BE49-F238E27FC236}">
                <a16:creationId xmlns:a16="http://schemas.microsoft.com/office/drawing/2014/main" id="{309AAC48-53C7-A6AE-30C4-D3115B357921}"/>
              </a:ext>
            </a:extLst>
          </p:cNvPr>
          <p:cNvSpPr/>
          <p:nvPr/>
        </p:nvSpPr>
        <p:spPr>
          <a:xfrm>
            <a:off x="7643698" y="13584410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 0..1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AA5D3D-C639-DEF3-97E5-F645D2356F8E}"/>
              </a:ext>
            </a:extLst>
          </p:cNvPr>
          <p:cNvSpPr/>
          <p:nvPr/>
        </p:nvSpPr>
        <p:spPr>
          <a:xfrm>
            <a:off x="8670760" y="2689599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Specimen: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4DD6A50-45C4-4C49-1247-ED850774EB34}"/>
              </a:ext>
            </a:extLst>
          </p:cNvPr>
          <p:cNvCxnSpPr>
            <a:cxnSpLocks/>
            <a:stCxn id="70" idx="3"/>
            <a:endCxn id="14" idx="0"/>
          </p:cNvCxnSpPr>
          <p:nvPr/>
        </p:nvCxnSpPr>
        <p:spPr>
          <a:xfrm>
            <a:off x="6755494" y="878720"/>
            <a:ext cx="3231987" cy="30528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hape 45">
            <a:extLst>
              <a:ext uri="{FF2B5EF4-FFF2-40B4-BE49-F238E27FC236}">
                <a16:creationId xmlns:a16="http://schemas.microsoft.com/office/drawing/2014/main" id="{9B84A21F-BAC5-874D-C1CD-20F70C73D73A}"/>
              </a:ext>
            </a:extLst>
          </p:cNvPr>
          <p:cNvSpPr/>
          <p:nvPr/>
        </p:nvSpPr>
        <p:spPr>
          <a:xfrm>
            <a:off x="7275679" y="659689"/>
            <a:ext cx="145762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section.entry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31759CB1-7669-C8F1-5B4D-21EC368DF435}"/>
              </a:ext>
            </a:extLst>
          </p:cNvPr>
          <p:cNvCxnSpPr>
            <a:cxnSpLocks/>
            <a:stCxn id="35" idx="1"/>
          </p:cNvCxnSpPr>
          <p:nvPr/>
        </p:nvCxnSpPr>
        <p:spPr>
          <a:xfrm rot="10800000" flipV="1">
            <a:off x="6755500" y="2977598"/>
            <a:ext cx="1915261" cy="1087353"/>
          </a:xfrm>
          <a:prstGeom prst="bentConnector3">
            <a:avLst>
              <a:gd name="adj1" fmla="val 1974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7767DFC-383C-63C3-71DA-1EE15167E1BA}"/>
              </a:ext>
            </a:extLst>
          </p:cNvPr>
          <p:cNvCxnSpPr>
            <a:cxnSpLocks/>
            <a:endCxn id="35" idx="3"/>
          </p:cNvCxnSpPr>
          <p:nvPr/>
        </p:nvCxnSpPr>
        <p:spPr>
          <a:xfrm rot="5400000" flipH="1" flipV="1">
            <a:off x="8363781" y="3818223"/>
            <a:ext cx="2983602" cy="1302355"/>
          </a:xfrm>
          <a:prstGeom prst="bentConnector4">
            <a:avLst>
              <a:gd name="adj1" fmla="val -85"/>
              <a:gd name="adj2" fmla="val 12041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hape 45">
            <a:extLst>
              <a:ext uri="{FF2B5EF4-FFF2-40B4-BE49-F238E27FC236}">
                <a16:creationId xmlns:a16="http://schemas.microsoft.com/office/drawing/2014/main" id="{7C26EC17-BB27-C3DC-AC4D-2F5B34EC0AA3}"/>
              </a:ext>
            </a:extLst>
          </p:cNvPr>
          <p:cNvSpPr/>
          <p:nvPr/>
        </p:nvSpPr>
        <p:spPr>
          <a:xfrm>
            <a:off x="6552534" y="137924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performer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17DF6FC-4A57-868F-7F70-AE00B7CDDACD}"/>
              </a:ext>
            </a:extLst>
          </p:cNvPr>
          <p:cNvCxnSpPr>
            <a:cxnSpLocks/>
            <a:stCxn id="54" idx="2"/>
            <a:endCxn id="28" idx="0"/>
          </p:cNvCxnSpPr>
          <p:nvPr/>
        </p:nvCxnSpPr>
        <p:spPr>
          <a:xfrm rot="16200000" flipH="1">
            <a:off x="2413001" y="1762833"/>
            <a:ext cx="395662" cy="1063925"/>
          </a:xfrm>
          <a:prstGeom prst="bentConnector3">
            <a:avLst>
              <a:gd name="adj1" fmla="val 650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752C100-86D5-63A3-80A5-23BA9F223AAA}"/>
              </a:ext>
            </a:extLst>
          </p:cNvPr>
          <p:cNvSpPr/>
          <p:nvPr/>
        </p:nvSpPr>
        <p:spPr>
          <a:xfrm>
            <a:off x="115299" y="2492627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Organization: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Reporting Lab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D4B7B-E5E2-908F-A427-1F769F30EA09}"/>
              </a:ext>
            </a:extLst>
          </p:cNvPr>
          <p:cNvSpPr/>
          <p:nvPr/>
        </p:nvSpPr>
        <p:spPr>
          <a:xfrm>
            <a:off x="2224795" y="2492627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Reporting Lab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CDF83F0-3E77-74B2-F1BE-DAA98EAC8F18}"/>
              </a:ext>
            </a:extLst>
          </p:cNvPr>
          <p:cNvCxnSpPr>
            <a:cxnSpLocks/>
            <a:stCxn id="54" idx="2"/>
            <a:endCxn id="26" idx="0"/>
          </p:cNvCxnSpPr>
          <p:nvPr/>
        </p:nvCxnSpPr>
        <p:spPr>
          <a:xfrm rot="5400000">
            <a:off x="1358254" y="1772011"/>
            <a:ext cx="395662" cy="1045571"/>
          </a:xfrm>
          <a:prstGeom prst="bentConnector3">
            <a:avLst>
              <a:gd name="adj1" fmla="val 650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hape 45">
            <a:extLst>
              <a:ext uri="{FF2B5EF4-FFF2-40B4-BE49-F238E27FC236}">
                <a16:creationId xmlns:a16="http://schemas.microsoft.com/office/drawing/2014/main" id="{B3A5E237-C503-61A9-7E7E-F16A374B715A}"/>
              </a:ext>
            </a:extLst>
          </p:cNvPr>
          <p:cNvSpPr/>
          <p:nvPr/>
        </p:nvSpPr>
        <p:spPr>
          <a:xfrm>
            <a:off x="2471589" y="2151654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practitioner</a:t>
            </a:r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AE331578-BA8A-11AB-1A6B-8782C4FAB240}"/>
              </a:ext>
            </a:extLst>
          </p:cNvPr>
          <p:cNvSpPr/>
          <p:nvPr/>
        </p:nvSpPr>
        <p:spPr>
          <a:xfrm>
            <a:off x="385401" y="2158575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organization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F6C34B9-6FAB-61E8-B294-6C168359BA6B}"/>
              </a:ext>
            </a:extLst>
          </p:cNvPr>
          <p:cNvSpPr/>
          <p:nvPr/>
        </p:nvSpPr>
        <p:spPr>
          <a:xfrm>
            <a:off x="7362779" y="4833584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FBFF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ServiceRequest: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Laboratory Order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2E740B0-1C9E-A43D-23A4-46DE7A77975D}"/>
              </a:ext>
            </a:extLst>
          </p:cNvPr>
          <p:cNvSpPr/>
          <p:nvPr/>
        </p:nvSpPr>
        <p:spPr>
          <a:xfrm>
            <a:off x="1160870" y="1520965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PractitionerRole: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Reporting Lab</a:t>
            </a:r>
          </a:p>
        </p:txBody>
      </p:sp>
      <p:sp>
        <p:nvSpPr>
          <p:cNvPr id="102" name="Shape 45">
            <a:extLst>
              <a:ext uri="{FF2B5EF4-FFF2-40B4-BE49-F238E27FC236}">
                <a16:creationId xmlns:a16="http://schemas.microsoft.com/office/drawing/2014/main" id="{3644481C-BFD3-500F-0FC8-66AE285BFA67}"/>
              </a:ext>
            </a:extLst>
          </p:cNvPr>
          <p:cNvSpPr/>
          <p:nvPr/>
        </p:nvSpPr>
        <p:spPr>
          <a:xfrm>
            <a:off x="9567859" y="573878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2BFABD96-AFBA-0FF4-283E-1570ABADE29A}"/>
              </a:ext>
            </a:extLst>
          </p:cNvPr>
          <p:cNvCxnSpPr>
            <a:cxnSpLocks/>
            <a:endCxn id="14" idx="3"/>
          </p:cNvCxnSpPr>
          <p:nvPr/>
        </p:nvCxnSpPr>
        <p:spPr>
          <a:xfrm rot="5400000" flipH="1" flipV="1">
            <a:off x="7668873" y="2998942"/>
            <a:ext cx="4763547" cy="1709669"/>
          </a:xfrm>
          <a:prstGeom prst="bentConnector4">
            <a:avLst>
              <a:gd name="adj1" fmla="val 215"/>
              <a:gd name="adj2" fmla="val 12985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Shape 45">
            <a:extLst>
              <a:ext uri="{FF2B5EF4-FFF2-40B4-BE49-F238E27FC236}">
                <a16:creationId xmlns:a16="http://schemas.microsoft.com/office/drawing/2014/main" id="{37A58A43-29FE-4183-5356-E14167720510}"/>
              </a:ext>
            </a:extLst>
          </p:cNvPr>
          <p:cNvSpPr/>
          <p:nvPr/>
        </p:nvSpPr>
        <p:spPr>
          <a:xfrm>
            <a:off x="6125235" y="5738589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ABE813FA-1943-E8D9-2B56-DAB900B3BCD1}"/>
              </a:ext>
            </a:extLst>
          </p:cNvPr>
          <p:cNvCxnSpPr>
            <a:cxnSpLocks/>
            <a:stCxn id="62" idx="0"/>
            <a:endCxn id="6" idx="2"/>
          </p:cNvCxnSpPr>
          <p:nvPr/>
        </p:nvCxnSpPr>
        <p:spPr>
          <a:xfrm rot="16200000" flipV="1">
            <a:off x="6742443" y="3295247"/>
            <a:ext cx="632276" cy="244439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C116E6D1-BF7A-A281-276A-4BF3EFF8242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755495" y="1615015"/>
            <a:ext cx="2331751" cy="211843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Shape 45">
            <a:extLst>
              <a:ext uri="{FF2B5EF4-FFF2-40B4-BE49-F238E27FC236}">
                <a16:creationId xmlns:a16="http://schemas.microsoft.com/office/drawing/2014/main" id="{9BC4370F-57C2-93DC-9559-D1E9138F8284}"/>
              </a:ext>
            </a:extLst>
          </p:cNvPr>
          <p:cNvSpPr/>
          <p:nvPr/>
        </p:nvSpPr>
        <p:spPr>
          <a:xfrm>
            <a:off x="7018836" y="2493961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9B117187-4B21-5B03-7AD0-C27EE5EEAA9D}"/>
              </a:ext>
            </a:extLst>
          </p:cNvPr>
          <p:cNvCxnSpPr>
            <a:cxnSpLocks/>
            <a:stCxn id="14" idx="2"/>
            <a:endCxn id="35" idx="0"/>
          </p:cNvCxnSpPr>
          <p:nvPr/>
        </p:nvCxnSpPr>
        <p:spPr>
          <a:xfrm rot="5400000">
            <a:off x="9323323" y="2025440"/>
            <a:ext cx="929597" cy="39872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Shape 45">
            <a:extLst>
              <a:ext uri="{FF2B5EF4-FFF2-40B4-BE49-F238E27FC236}">
                <a16:creationId xmlns:a16="http://schemas.microsoft.com/office/drawing/2014/main" id="{6DE93DE3-E5D9-9FE8-0FC8-44EC55B88B61}"/>
              </a:ext>
            </a:extLst>
          </p:cNvPr>
          <p:cNvSpPr/>
          <p:nvPr/>
        </p:nvSpPr>
        <p:spPr>
          <a:xfrm>
            <a:off x="9461711" y="2301943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96877E6E-C172-271C-66AE-F21E4492554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97917" y="1345307"/>
            <a:ext cx="6071567" cy="315489"/>
          </a:xfrm>
          <a:prstGeom prst="bentConnector3">
            <a:avLst>
              <a:gd name="adj1" fmla="val 3996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: Elbow 182">
            <a:extLst>
              <a:ext uri="{FF2B5EF4-FFF2-40B4-BE49-F238E27FC236}">
                <a16:creationId xmlns:a16="http://schemas.microsoft.com/office/drawing/2014/main" id="{F7AC18B9-E31B-D104-E903-357AC390D0E9}"/>
              </a:ext>
            </a:extLst>
          </p:cNvPr>
          <p:cNvCxnSpPr>
            <a:cxnSpLocks/>
          </p:cNvCxnSpPr>
          <p:nvPr/>
        </p:nvCxnSpPr>
        <p:spPr>
          <a:xfrm rot="10800000">
            <a:off x="3003755" y="1956911"/>
            <a:ext cx="4353377" cy="4278638"/>
          </a:xfrm>
          <a:prstGeom prst="bentConnector3">
            <a:avLst>
              <a:gd name="adj1" fmla="val 6274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FFA60F32-180C-7E7D-4DAD-FF72B39B2D3C}"/>
              </a:ext>
            </a:extLst>
          </p:cNvPr>
          <p:cNvCxnSpPr>
            <a:cxnSpLocks/>
            <a:stCxn id="70" idx="2"/>
            <a:endCxn id="6" idx="0"/>
          </p:cNvCxnSpPr>
          <p:nvPr/>
        </p:nvCxnSpPr>
        <p:spPr>
          <a:xfrm rot="5400000">
            <a:off x="4607644" y="2395458"/>
            <a:ext cx="2458588" cy="11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Shape 45">
            <a:extLst>
              <a:ext uri="{FF2B5EF4-FFF2-40B4-BE49-F238E27FC236}">
                <a16:creationId xmlns:a16="http://schemas.microsoft.com/office/drawing/2014/main" id="{C8EAD176-9395-3235-E777-A09BBBFB34DD}"/>
              </a:ext>
            </a:extLst>
          </p:cNvPr>
          <p:cNvSpPr/>
          <p:nvPr/>
        </p:nvSpPr>
        <p:spPr>
          <a:xfrm>
            <a:off x="5501477" y="626976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performer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sp>
        <p:nvSpPr>
          <p:cNvPr id="212" name="Shape 45">
            <a:extLst>
              <a:ext uri="{FF2B5EF4-FFF2-40B4-BE49-F238E27FC236}">
                <a16:creationId xmlns:a16="http://schemas.microsoft.com/office/drawing/2014/main" id="{4874AD59-02A7-5054-76C7-506197E1A978}"/>
              </a:ext>
            </a:extLst>
          </p:cNvPr>
          <p:cNvSpPr/>
          <p:nvPr/>
        </p:nvSpPr>
        <p:spPr>
          <a:xfrm>
            <a:off x="7196731" y="3852174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subject</a:t>
            </a:r>
          </a:p>
        </p:txBody>
      </p:sp>
      <p:cxnSp>
        <p:nvCxnSpPr>
          <p:cNvPr id="216" name="Connector: Elbow 215">
            <a:extLst>
              <a:ext uri="{FF2B5EF4-FFF2-40B4-BE49-F238E27FC236}">
                <a16:creationId xmlns:a16="http://schemas.microsoft.com/office/drawing/2014/main" id="{A1391DF3-4DBF-6E3F-37F4-6AF0A15C8F08}"/>
              </a:ext>
            </a:extLst>
          </p:cNvPr>
          <p:cNvCxnSpPr>
            <a:cxnSpLocks/>
            <a:endCxn id="35" idx="2"/>
          </p:cNvCxnSpPr>
          <p:nvPr/>
        </p:nvCxnSpPr>
        <p:spPr>
          <a:xfrm rot="5400000" flipH="1" flipV="1">
            <a:off x="8390386" y="3609378"/>
            <a:ext cx="1542153" cy="85459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Shape 45">
            <a:extLst>
              <a:ext uri="{FF2B5EF4-FFF2-40B4-BE49-F238E27FC236}">
                <a16:creationId xmlns:a16="http://schemas.microsoft.com/office/drawing/2014/main" id="{633F0678-25C5-49D2-68BD-732CBA37CB03}"/>
              </a:ext>
            </a:extLst>
          </p:cNvPr>
          <p:cNvSpPr/>
          <p:nvPr/>
        </p:nvSpPr>
        <p:spPr>
          <a:xfrm>
            <a:off x="8654813" y="4108953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specimen</a:t>
            </a:r>
          </a:p>
        </p:txBody>
      </p:sp>
      <p:cxnSp>
        <p:nvCxnSpPr>
          <p:cNvPr id="226" name="Connector: Elbow 225">
            <a:extLst>
              <a:ext uri="{FF2B5EF4-FFF2-40B4-BE49-F238E27FC236}">
                <a16:creationId xmlns:a16="http://schemas.microsoft.com/office/drawing/2014/main" id="{A4651D48-2EB8-3D09-29E9-3929533A1C2F}"/>
              </a:ext>
            </a:extLst>
          </p:cNvPr>
          <p:cNvCxnSpPr>
            <a:cxnSpLocks/>
            <a:stCxn id="2" idx="0"/>
            <a:endCxn id="62" idx="2"/>
          </p:cNvCxnSpPr>
          <p:nvPr/>
        </p:nvCxnSpPr>
        <p:spPr>
          <a:xfrm rot="16200000" flipV="1">
            <a:off x="8077588" y="5612776"/>
            <a:ext cx="407617" cy="123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Shape 45">
            <a:extLst>
              <a:ext uri="{FF2B5EF4-FFF2-40B4-BE49-F238E27FC236}">
                <a16:creationId xmlns:a16="http://schemas.microsoft.com/office/drawing/2014/main" id="{9C1C4207-4001-8D8C-64FB-32E15045A13E}"/>
              </a:ext>
            </a:extLst>
          </p:cNvPr>
          <p:cNvSpPr/>
          <p:nvPr/>
        </p:nvSpPr>
        <p:spPr>
          <a:xfrm>
            <a:off x="7371079" y="5517578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basedOn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0F752F5-4E28-02F2-A3D9-A4DCA8E46C61}"/>
              </a:ext>
            </a:extLst>
          </p:cNvPr>
          <p:cNvCxnSpPr>
            <a:cxnSpLocks/>
            <a:endCxn id="62" idx="3"/>
          </p:cNvCxnSpPr>
          <p:nvPr/>
        </p:nvCxnSpPr>
        <p:spPr>
          <a:xfrm rot="5400000" flipH="1" flipV="1">
            <a:off x="8924959" y="5135765"/>
            <a:ext cx="288000" cy="259639"/>
          </a:xfrm>
          <a:prstGeom prst="bentConnector4">
            <a:avLst>
              <a:gd name="adj1" fmla="val -54836"/>
              <a:gd name="adj2" fmla="val 18804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hape 45">
            <a:extLst>
              <a:ext uri="{FF2B5EF4-FFF2-40B4-BE49-F238E27FC236}">
                <a16:creationId xmlns:a16="http://schemas.microsoft.com/office/drawing/2014/main" id="{D1C96A25-521A-6194-BDB9-784B493633AF}"/>
              </a:ext>
            </a:extLst>
          </p:cNvPr>
          <p:cNvSpPr/>
          <p:nvPr/>
        </p:nvSpPr>
        <p:spPr>
          <a:xfrm>
            <a:off x="9357070" y="5133653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basedOn</a:t>
            </a:r>
          </a:p>
        </p:txBody>
      </p:sp>
      <p:sp>
        <p:nvSpPr>
          <p:cNvPr id="42" name="Shape 45">
            <a:extLst>
              <a:ext uri="{FF2B5EF4-FFF2-40B4-BE49-F238E27FC236}">
                <a16:creationId xmlns:a16="http://schemas.microsoft.com/office/drawing/2014/main" id="{75F78296-5A7C-2D71-F37F-512247EDA1F7}"/>
              </a:ext>
            </a:extLst>
          </p:cNvPr>
          <p:cNvSpPr/>
          <p:nvPr/>
        </p:nvSpPr>
        <p:spPr>
          <a:xfrm>
            <a:off x="5870550" y="4912282"/>
            <a:ext cx="1089675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requester</a:t>
            </a:r>
            <a:endParaRPr lang="de-CH" sz="1100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sp>
        <p:nvSpPr>
          <p:cNvPr id="5" name="Shape 45">
            <a:extLst>
              <a:ext uri="{FF2B5EF4-FFF2-40B4-BE49-F238E27FC236}">
                <a16:creationId xmlns:a16="http://schemas.microsoft.com/office/drawing/2014/main" id="{4CFC415D-4F8B-4864-DE3E-5320ABBCCA0F}"/>
              </a:ext>
            </a:extLst>
          </p:cNvPr>
          <p:cNvSpPr/>
          <p:nvPr/>
        </p:nvSpPr>
        <p:spPr>
          <a:xfrm>
            <a:off x="5558410" y="5173708"/>
            <a:ext cx="1718775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800" i="1" dirty="0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  <a:t>depends</a:t>
            </a:r>
            <a:r>
              <a:rPr lang="de-CH" sz="800" i="1" dirty="0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  <a:t> on </a:t>
            </a:r>
            <a:r>
              <a:rPr lang="de-CH" sz="800" i="1" dirty="0" err="1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  <a:t>scenario</a:t>
            </a:r>
            <a:r>
              <a:rPr lang="de-CH" sz="800" i="1" dirty="0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  <a:t> 1/2</a:t>
            </a:r>
            <a:br>
              <a:rPr lang="de-CH" sz="800" i="1" dirty="0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</a:br>
            <a:r>
              <a:rPr lang="de-CH" sz="800" i="1" dirty="0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  <a:t> (</a:t>
            </a:r>
            <a:r>
              <a:rPr lang="en-US" sz="800" i="1" dirty="0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  <a:t>see</a:t>
            </a:r>
            <a:r>
              <a:rPr lang="de-CH" sz="800" i="1" dirty="0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  <a:t> </a:t>
            </a:r>
            <a:r>
              <a:rPr lang="en-US" sz="800" i="1" dirty="0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  <a:t>below</a:t>
            </a:r>
            <a:r>
              <a:rPr lang="de-CH" sz="800" i="1" dirty="0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  <a:t>)</a:t>
            </a:r>
            <a:endParaRPr lang="de-CH" sz="800" i="1" dirty="0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 Italic" charset="0"/>
              <a:sym typeface="Arial Unicode MS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DFF9B85-E81D-7069-2FD1-7D6423409464}"/>
              </a:ext>
            </a:extLst>
          </p:cNvPr>
          <p:cNvCxnSpPr>
            <a:cxnSpLocks/>
            <a:stCxn id="30" idx="2"/>
            <a:endCxn id="20" idx="0"/>
          </p:cNvCxnSpPr>
          <p:nvPr/>
        </p:nvCxnSpPr>
        <p:spPr>
          <a:xfrm rot="16200000" flipH="1">
            <a:off x="2411293" y="3571225"/>
            <a:ext cx="395662" cy="1063925"/>
          </a:xfrm>
          <a:prstGeom prst="bentConnector3">
            <a:avLst>
              <a:gd name="adj1" fmla="val 650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CC8745F-F1DB-159B-423D-C1736704464A}"/>
              </a:ext>
            </a:extLst>
          </p:cNvPr>
          <p:cNvSpPr/>
          <p:nvPr/>
        </p:nvSpPr>
        <p:spPr>
          <a:xfrm>
            <a:off x="113591" y="4301019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Organization: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B8C4F5-A5A4-EBD0-6EEE-199EB8631B9C}"/>
              </a:ext>
            </a:extLst>
          </p:cNvPr>
          <p:cNvSpPr/>
          <p:nvPr/>
        </p:nvSpPr>
        <p:spPr>
          <a:xfrm>
            <a:off x="2223087" y="4301019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9F4BBC9-8C8F-ED35-377D-D871DCAC8C51}"/>
              </a:ext>
            </a:extLst>
          </p:cNvPr>
          <p:cNvCxnSpPr>
            <a:cxnSpLocks/>
            <a:stCxn id="30" idx="2"/>
            <a:endCxn id="17" idx="0"/>
          </p:cNvCxnSpPr>
          <p:nvPr/>
        </p:nvCxnSpPr>
        <p:spPr>
          <a:xfrm rot="5400000">
            <a:off x="1356546" y="3580403"/>
            <a:ext cx="395662" cy="1045571"/>
          </a:xfrm>
          <a:prstGeom prst="bentConnector3">
            <a:avLst>
              <a:gd name="adj1" fmla="val 650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hape 45">
            <a:extLst>
              <a:ext uri="{FF2B5EF4-FFF2-40B4-BE49-F238E27FC236}">
                <a16:creationId xmlns:a16="http://schemas.microsoft.com/office/drawing/2014/main" id="{34563286-CBE5-D826-BDAC-378308A0EBBD}"/>
              </a:ext>
            </a:extLst>
          </p:cNvPr>
          <p:cNvSpPr/>
          <p:nvPr/>
        </p:nvSpPr>
        <p:spPr>
          <a:xfrm>
            <a:off x="2469881" y="3959015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practitioner</a:t>
            </a:r>
          </a:p>
        </p:txBody>
      </p:sp>
      <p:sp>
        <p:nvSpPr>
          <p:cNvPr id="27" name="Shape 45">
            <a:extLst>
              <a:ext uri="{FF2B5EF4-FFF2-40B4-BE49-F238E27FC236}">
                <a16:creationId xmlns:a16="http://schemas.microsoft.com/office/drawing/2014/main" id="{C00F5E28-F3F6-1548-7B39-92B8BCAD624C}"/>
              </a:ext>
            </a:extLst>
          </p:cNvPr>
          <p:cNvSpPr/>
          <p:nvPr/>
        </p:nvSpPr>
        <p:spPr>
          <a:xfrm>
            <a:off x="383693" y="3966967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organization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403A00-EA21-D8B5-DB09-AAE8478B5448}"/>
              </a:ext>
            </a:extLst>
          </p:cNvPr>
          <p:cNvSpPr/>
          <p:nvPr/>
        </p:nvSpPr>
        <p:spPr>
          <a:xfrm>
            <a:off x="1159162" y="3329357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PractitionerRole: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02726A8-0F5C-CB27-3095-5FE85A56CCE1}"/>
              </a:ext>
            </a:extLst>
          </p:cNvPr>
          <p:cNvCxnSpPr>
            <a:cxnSpLocks/>
            <a:stCxn id="52" idx="2"/>
            <a:endCxn id="37" idx="0"/>
          </p:cNvCxnSpPr>
          <p:nvPr/>
        </p:nvCxnSpPr>
        <p:spPr>
          <a:xfrm rot="16200000" flipH="1">
            <a:off x="2414047" y="5367645"/>
            <a:ext cx="395662" cy="1063925"/>
          </a:xfrm>
          <a:prstGeom prst="bentConnector3">
            <a:avLst>
              <a:gd name="adj1" fmla="val 650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FCE1C22-7A7D-98C3-1CEA-5F4B45055800}"/>
              </a:ext>
            </a:extLst>
          </p:cNvPr>
          <p:cNvSpPr/>
          <p:nvPr/>
        </p:nvSpPr>
        <p:spPr>
          <a:xfrm>
            <a:off x="116345" y="6097439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Organization: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Primary Lab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03C52-B3B4-8D30-3895-A2B4A9525BFE}"/>
              </a:ext>
            </a:extLst>
          </p:cNvPr>
          <p:cNvSpPr/>
          <p:nvPr/>
        </p:nvSpPr>
        <p:spPr>
          <a:xfrm>
            <a:off x="2225841" y="6097439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Primary Lab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15EE3254-B98F-D99E-1806-BDAAB61033F2}"/>
              </a:ext>
            </a:extLst>
          </p:cNvPr>
          <p:cNvCxnSpPr>
            <a:cxnSpLocks/>
            <a:stCxn id="52" idx="2"/>
            <a:endCxn id="33" idx="0"/>
          </p:cNvCxnSpPr>
          <p:nvPr/>
        </p:nvCxnSpPr>
        <p:spPr>
          <a:xfrm rot="5400000">
            <a:off x="1359300" y="5376823"/>
            <a:ext cx="395662" cy="1045571"/>
          </a:xfrm>
          <a:prstGeom prst="bentConnector3">
            <a:avLst>
              <a:gd name="adj1" fmla="val 6507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Shape 45">
            <a:extLst>
              <a:ext uri="{FF2B5EF4-FFF2-40B4-BE49-F238E27FC236}">
                <a16:creationId xmlns:a16="http://schemas.microsoft.com/office/drawing/2014/main" id="{C675F8B6-552E-618F-62AD-B8CF8085FA4B}"/>
              </a:ext>
            </a:extLst>
          </p:cNvPr>
          <p:cNvSpPr/>
          <p:nvPr/>
        </p:nvSpPr>
        <p:spPr>
          <a:xfrm>
            <a:off x="2472635" y="5755435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practitioner</a:t>
            </a:r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A6F205F9-8E4B-F588-B0C5-C3506FD4C7D5}"/>
              </a:ext>
            </a:extLst>
          </p:cNvPr>
          <p:cNvSpPr/>
          <p:nvPr/>
        </p:nvSpPr>
        <p:spPr>
          <a:xfrm>
            <a:off x="386447" y="5763387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organization 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193036B-670A-4656-ECA3-420FA9DA5AD3}"/>
              </a:ext>
            </a:extLst>
          </p:cNvPr>
          <p:cNvSpPr/>
          <p:nvPr/>
        </p:nvSpPr>
        <p:spPr>
          <a:xfrm>
            <a:off x="1161916" y="5125777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PractitionerRole: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Primary Lab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E7CDF3F9-0FAF-4456-8EE7-E17EA28FB73E}"/>
              </a:ext>
            </a:extLst>
          </p:cNvPr>
          <p:cNvCxnSpPr>
            <a:cxnSpLocks/>
            <a:stCxn id="62" idx="1"/>
            <a:endCxn id="30" idx="3"/>
          </p:cNvCxnSpPr>
          <p:nvPr/>
        </p:nvCxnSpPr>
        <p:spPr>
          <a:xfrm rot="10800000">
            <a:off x="2995163" y="3617358"/>
            <a:ext cx="4367617" cy="1504227"/>
          </a:xfrm>
          <a:prstGeom prst="bentConnector3">
            <a:avLst>
              <a:gd name="adj1" fmla="val 7065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CFFC0072-1925-340C-2AC3-8C83FB441EFF}"/>
              </a:ext>
            </a:extLst>
          </p:cNvPr>
          <p:cNvCxnSpPr>
            <a:cxnSpLocks/>
            <a:endCxn id="52" idx="3"/>
          </p:cNvCxnSpPr>
          <p:nvPr/>
        </p:nvCxnSpPr>
        <p:spPr>
          <a:xfrm rot="10800000" flipV="1">
            <a:off x="2997917" y="5125777"/>
            <a:ext cx="4359219" cy="288000"/>
          </a:xfrm>
          <a:prstGeom prst="bentConnector3">
            <a:avLst>
              <a:gd name="adj1" fmla="val 706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hape 45">
            <a:extLst>
              <a:ext uri="{FF2B5EF4-FFF2-40B4-BE49-F238E27FC236}">
                <a16:creationId xmlns:a16="http://schemas.microsoft.com/office/drawing/2014/main" id="{58DBBA3B-2020-06EE-C977-24DF1F590E54}"/>
              </a:ext>
            </a:extLst>
          </p:cNvPr>
          <p:cNvSpPr/>
          <p:nvPr/>
        </p:nvSpPr>
        <p:spPr>
          <a:xfrm>
            <a:off x="2818348" y="3460029"/>
            <a:ext cx="1718775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800" i="1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  <a:t>scenario 1</a:t>
            </a:r>
            <a:endParaRPr lang="de-CH" sz="800" i="1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 Italic" charset="0"/>
              <a:sym typeface="Arial Unicode MS"/>
            </a:endParaRPr>
          </a:p>
        </p:txBody>
      </p:sp>
      <p:sp>
        <p:nvSpPr>
          <p:cNvPr id="8" name="Shape 45">
            <a:extLst>
              <a:ext uri="{FF2B5EF4-FFF2-40B4-BE49-F238E27FC236}">
                <a16:creationId xmlns:a16="http://schemas.microsoft.com/office/drawing/2014/main" id="{B53A765E-B8C1-1111-3B23-F62BEE1F9CAD}"/>
              </a:ext>
            </a:extLst>
          </p:cNvPr>
          <p:cNvSpPr/>
          <p:nvPr/>
        </p:nvSpPr>
        <p:spPr>
          <a:xfrm>
            <a:off x="2827411" y="5254932"/>
            <a:ext cx="1718775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800" i="1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  <a:t>scenario 2</a:t>
            </a:r>
            <a:endParaRPr lang="de-CH" sz="800" i="1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 Italic" charset="0"/>
              <a:sym typeface="Arial Unicode MS"/>
            </a:endParaRPr>
          </a:p>
        </p:txBody>
      </p:sp>
      <p:sp>
        <p:nvSpPr>
          <p:cNvPr id="9" name="Shape 45">
            <a:extLst>
              <a:ext uri="{FF2B5EF4-FFF2-40B4-BE49-F238E27FC236}">
                <a16:creationId xmlns:a16="http://schemas.microsoft.com/office/drawing/2014/main" id="{443DA744-5042-B96E-CEF1-8BA0BFC0BD3A}"/>
              </a:ext>
            </a:extLst>
          </p:cNvPr>
          <p:cNvSpPr/>
          <p:nvPr/>
        </p:nvSpPr>
        <p:spPr>
          <a:xfrm>
            <a:off x="9052838" y="5322197"/>
            <a:ext cx="1718775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800" i="1">
                <a:latin typeface="Verdana" panose="020B0604030504040204" pitchFamily="34" charset="0"/>
                <a:ea typeface="Verdana" panose="020B0604030504040204" pitchFamily="34" charset="0"/>
                <a:cs typeface="Glober Regular Italic" charset="0"/>
                <a:sym typeface="Arial Unicode MS"/>
              </a:rPr>
              <a:t>for scenario 2</a:t>
            </a:r>
            <a:endParaRPr lang="de-CH" sz="800" i="1">
              <a:highlight>
                <a:srgbClr val="FFFF00"/>
              </a:highlight>
              <a:latin typeface="Verdana" panose="020B0604030504040204" pitchFamily="34" charset="0"/>
              <a:ea typeface="Verdana" panose="020B0604030504040204" pitchFamily="34" charset="0"/>
              <a:cs typeface="Glober Regular Italic" charset="0"/>
              <a:sym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3023267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CE83F5-FC24-6F0E-8CCF-54F6850CD339}"/>
              </a:ext>
            </a:extLst>
          </p:cNvPr>
          <p:cNvSpPr/>
          <p:nvPr/>
        </p:nvSpPr>
        <p:spPr>
          <a:xfrm>
            <a:off x="547941" y="4651123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PractitionerRole: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F33ED5-97E9-5B59-B90F-4CB389AA2B37}"/>
              </a:ext>
            </a:extLst>
          </p:cNvPr>
          <p:cNvSpPr/>
          <p:nvPr/>
        </p:nvSpPr>
        <p:spPr>
          <a:xfrm>
            <a:off x="2866939" y="4652934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FBFF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ServiceRequest: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0A3714-90CB-F522-3A83-E593BCFAB4E1}"/>
              </a:ext>
            </a:extLst>
          </p:cNvPr>
          <p:cNvSpPr/>
          <p:nvPr/>
        </p:nvSpPr>
        <p:spPr>
          <a:xfrm>
            <a:off x="5185303" y="4652934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PractitionerRole: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Primary Lab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D0E7B2-9617-1371-0EB8-E230CC926410}"/>
              </a:ext>
            </a:extLst>
          </p:cNvPr>
          <p:cNvSpPr/>
          <p:nvPr/>
        </p:nvSpPr>
        <p:spPr>
          <a:xfrm>
            <a:off x="7503667" y="4652934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FBFF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ServiceRequest: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9728AF-EFB1-1B3C-765B-728F3E62BCEE}"/>
              </a:ext>
            </a:extLst>
          </p:cNvPr>
          <p:cNvSpPr/>
          <p:nvPr/>
        </p:nvSpPr>
        <p:spPr>
          <a:xfrm>
            <a:off x="9822031" y="4652934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PractitionerRole: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Reporting Lab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E50DB1-2250-0930-4ECB-33B9BAFA941B}"/>
              </a:ext>
            </a:extLst>
          </p:cNvPr>
          <p:cNvSpPr/>
          <p:nvPr/>
        </p:nvSpPr>
        <p:spPr>
          <a:xfrm>
            <a:off x="547941" y="2558009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PractitionerRole: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Orderer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6AF887-E9DA-6194-0E82-30FBD46F9DBB}"/>
              </a:ext>
            </a:extLst>
          </p:cNvPr>
          <p:cNvSpPr/>
          <p:nvPr/>
        </p:nvSpPr>
        <p:spPr>
          <a:xfrm>
            <a:off x="2866939" y="2558009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FBFF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ServiceRequest: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6182E94-2253-9286-AA33-443A6E584CB7}"/>
              </a:ext>
            </a:extLst>
          </p:cNvPr>
          <p:cNvSpPr/>
          <p:nvPr/>
        </p:nvSpPr>
        <p:spPr>
          <a:xfrm>
            <a:off x="5185303" y="2556194"/>
            <a:ext cx="1836000" cy="57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AE24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PractitionerRole:</a:t>
            </a:r>
            <a:br>
              <a:rPr lang="de-CH" sz="11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de-CH" sz="11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Reporting Lab</a:t>
            </a:r>
            <a:endParaRPr lang="LID4096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A2F74574-4767-0824-B841-39A6A0C32E65}"/>
              </a:ext>
            </a:extLst>
          </p:cNvPr>
          <p:cNvCxnSpPr>
            <a:cxnSpLocks/>
            <a:stCxn id="8" idx="0"/>
            <a:endCxn id="4" idx="0"/>
          </p:cNvCxnSpPr>
          <p:nvPr/>
        </p:nvCxnSpPr>
        <p:spPr>
          <a:xfrm rot="16200000" flipV="1">
            <a:off x="2624535" y="3492530"/>
            <a:ext cx="1811" cy="2318998"/>
          </a:xfrm>
          <a:prstGeom prst="bentConnector3">
            <a:avLst>
              <a:gd name="adj1" fmla="val 1272286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hape 45">
            <a:extLst>
              <a:ext uri="{FF2B5EF4-FFF2-40B4-BE49-F238E27FC236}">
                <a16:creationId xmlns:a16="http://schemas.microsoft.com/office/drawing/2014/main" id="{81CE68C6-0611-2B57-5787-556C4450B2CB}"/>
              </a:ext>
            </a:extLst>
          </p:cNvPr>
          <p:cNvSpPr/>
          <p:nvPr/>
        </p:nvSpPr>
        <p:spPr>
          <a:xfrm>
            <a:off x="1944216" y="4193846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requester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BC1B2AE-AF17-5F8C-F064-1A645FF5CBF5}"/>
              </a:ext>
            </a:extLst>
          </p:cNvPr>
          <p:cNvCxnSpPr>
            <a:cxnSpLocks/>
            <a:stCxn id="10" idx="0"/>
            <a:endCxn id="9" idx="0"/>
          </p:cNvCxnSpPr>
          <p:nvPr/>
        </p:nvCxnSpPr>
        <p:spPr>
          <a:xfrm rot="16200000" flipV="1">
            <a:off x="7262485" y="3493752"/>
            <a:ext cx="12700" cy="231836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hape 45">
            <a:extLst>
              <a:ext uri="{FF2B5EF4-FFF2-40B4-BE49-F238E27FC236}">
                <a16:creationId xmlns:a16="http://schemas.microsoft.com/office/drawing/2014/main" id="{374D283B-173D-F0EA-F4E3-318C762CBFF7}"/>
              </a:ext>
            </a:extLst>
          </p:cNvPr>
          <p:cNvSpPr/>
          <p:nvPr/>
        </p:nvSpPr>
        <p:spPr>
          <a:xfrm>
            <a:off x="6581261" y="4187803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requester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0890CB4-C23F-DDAA-505E-2E2D47C3CDEC}"/>
              </a:ext>
            </a:extLst>
          </p:cNvPr>
          <p:cNvCxnSpPr>
            <a:cxnSpLocks/>
            <a:stCxn id="10" idx="2"/>
            <a:endCxn id="8" idx="2"/>
          </p:cNvCxnSpPr>
          <p:nvPr/>
        </p:nvCxnSpPr>
        <p:spPr>
          <a:xfrm rot="5400000">
            <a:off x="6103303" y="2910570"/>
            <a:ext cx="12700" cy="463672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Shape 45">
            <a:extLst>
              <a:ext uri="{FF2B5EF4-FFF2-40B4-BE49-F238E27FC236}">
                <a16:creationId xmlns:a16="http://schemas.microsoft.com/office/drawing/2014/main" id="{04574DB7-8B46-5A07-D56F-A551426C3951}"/>
              </a:ext>
            </a:extLst>
          </p:cNvPr>
          <p:cNvSpPr/>
          <p:nvPr/>
        </p:nvSpPr>
        <p:spPr>
          <a:xfrm>
            <a:off x="5422079" y="5519645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basedOn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754B1283-78C0-1776-7FA8-A6E61B0B0098}"/>
              </a:ext>
            </a:extLst>
          </p:cNvPr>
          <p:cNvCxnSpPr>
            <a:cxnSpLocks/>
            <a:stCxn id="42" idx="0"/>
            <a:endCxn id="41" idx="0"/>
          </p:cNvCxnSpPr>
          <p:nvPr/>
        </p:nvCxnSpPr>
        <p:spPr>
          <a:xfrm rot="16200000" flipV="1">
            <a:off x="2625440" y="1398510"/>
            <a:ext cx="12700" cy="2318998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Shape 45">
            <a:extLst>
              <a:ext uri="{FF2B5EF4-FFF2-40B4-BE49-F238E27FC236}">
                <a16:creationId xmlns:a16="http://schemas.microsoft.com/office/drawing/2014/main" id="{807506E5-3168-F8AA-2308-A800D0B285B4}"/>
              </a:ext>
            </a:extLst>
          </p:cNvPr>
          <p:cNvSpPr/>
          <p:nvPr/>
        </p:nvSpPr>
        <p:spPr>
          <a:xfrm>
            <a:off x="1944215" y="2092570"/>
            <a:ext cx="136244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de-CH" sz="1100" dirty="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requester</a:t>
            </a:r>
          </a:p>
        </p:txBody>
      </p:sp>
      <p:sp>
        <p:nvSpPr>
          <p:cNvPr id="2" name="Shape 45">
            <a:extLst>
              <a:ext uri="{FF2B5EF4-FFF2-40B4-BE49-F238E27FC236}">
                <a16:creationId xmlns:a16="http://schemas.microsoft.com/office/drawing/2014/main" id="{AA2BDB6C-D28D-FCD0-028C-EA01A6D88EB7}"/>
              </a:ext>
            </a:extLst>
          </p:cNvPr>
          <p:cNvSpPr/>
          <p:nvPr/>
        </p:nvSpPr>
        <p:spPr>
          <a:xfrm>
            <a:off x="547941" y="3808586"/>
            <a:ext cx="11343808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de-CH" sz="1100" b="1">
                <a:latin typeface="Verdana" panose="020B0604030504040204" pitchFamily="34" charset="0"/>
                <a:ea typeface="Verdana" panose="020B0604030504040204" pitchFamily="34" charset="0"/>
                <a:cs typeface="Glober Bold" charset="0"/>
                <a:sym typeface="Arial Unicode MS"/>
              </a:rPr>
              <a:t>Scenario 2: </a:t>
            </a:r>
            <a:r>
              <a:rPr lang="en-US" sz="110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The orderer sends an initial order to the primary laboratory, which sends a follow-up order to another laboratory, which then reports to the FOPH.</a:t>
            </a:r>
            <a:endParaRPr lang="de-CH" sz="1100"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  <p:sp>
        <p:nvSpPr>
          <p:cNvPr id="5" name="Shape 45">
            <a:extLst>
              <a:ext uri="{FF2B5EF4-FFF2-40B4-BE49-F238E27FC236}">
                <a16:creationId xmlns:a16="http://schemas.microsoft.com/office/drawing/2014/main" id="{8D2B5C30-F85B-B1BE-4828-77EC077D306A}"/>
              </a:ext>
            </a:extLst>
          </p:cNvPr>
          <p:cNvSpPr/>
          <p:nvPr/>
        </p:nvSpPr>
        <p:spPr>
          <a:xfrm>
            <a:off x="547941" y="1715106"/>
            <a:ext cx="11110090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de-CH" sz="1100" b="1">
                <a:latin typeface="Verdana" panose="020B0604030504040204" pitchFamily="34" charset="0"/>
                <a:ea typeface="Verdana" panose="020B0604030504040204" pitchFamily="34" charset="0"/>
                <a:cs typeface="Glober Bold" charset="0"/>
                <a:sym typeface="Arial Unicode MS"/>
              </a:rPr>
              <a:t>Scenario 1: </a:t>
            </a:r>
            <a:r>
              <a:rPr lang="en-US" sz="1100">
                <a:latin typeface="Verdana" panose="020B0604030504040204" pitchFamily="34" charset="0"/>
                <a:ea typeface="Verdana" panose="020B0604030504040204" pitchFamily="34" charset="0"/>
                <a:cs typeface="Glober Regular" charset="0"/>
                <a:sym typeface="Arial Unicode MS"/>
              </a:rPr>
              <a:t>The orderer sends an order to the laboratory, which then reports directly to the FOPH as the reporting laboratory.</a:t>
            </a:r>
            <a:endParaRPr lang="de-CH" sz="1100">
              <a:latin typeface="Verdana" panose="020B0604030504040204" pitchFamily="34" charset="0"/>
              <a:ea typeface="Verdana" panose="020B0604030504040204" pitchFamily="34" charset="0"/>
              <a:cs typeface="Glober Regular" charset="0"/>
              <a:sym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3016744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ahdis 2">
      <a:dk1>
        <a:srgbClr val="000000"/>
      </a:dk1>
      <a:lt1>
        <a:srgbClr val="FFFFFF"/>
      </a:lt1>
      <a:dk2>
        <a:srgbClr val="3B5D73"/>
      </a:dk2>
      <a:lt2>
        <a:srgbClr val="FFFFFF"/>
      </a:lt2>
      <a:accent1>
        <a:srgbClr val="3B5D73"/>
      </a:accent1>
      <a:accent2>
        <a:srgbClr val="E42140"/>
      </a:accent2>
      <a:accent3>
        <a:srgbClr val="EE8500"/>
      </a:accent3>
      <a:accent4>
        <a:srgbClr val="3D5C50"/>
      </a:accent4>
      <a:accent5>
        <a:srgbClr val="565655"/>
      </a:accent5>
      <a:accent6>
        <a:srgbClr val="00799C"/>
      </a:accent6>
      <a:hlink>
        <a:srgbClr val="3B5D73"/>
      </a:hlink>
      <a:folHlink>
        <a:srgbClr val="3B5D73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L7 2019">
  <a:themeElements>
    <a:clrScheme name="HL7 2019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EC2227"/>
      </a:accent1>
      <a:accent2>
        <a:srgbClr val="005A8C"/>
      </a:accent2>
      <a:accent3>
        <a:srgbClr val="EA8525"/>
      </a:accent3>
      <a:accent4>
        <a:srgbClr val="FFCC32"/>
      </a:accent4>
      <a:accent5>
        <a:srgbClr val="6EB4CD"/>
      </a:accent5>
      <a:accent6>
        <a:srgbClr val="63619A"/>
      </a:accent6>
      <a:hlink>
        <a:srgbClr val="0070C0"/>
      </a:hlink>
      <a:folHlink>
        <a:srgbClr val="7030A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Refined 1">
        <a:dk1>
          <a:srgbClr val="666633"/>
        </a:dk1>
        <a:lt1>
          <a:srgbClr val="FFFFFF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990000"/>
        </a:accent2>
        <a:accent3>
          <a:srgbClr val="AAAAAA"/>
        </a:accent3>
        <a:accent4>
          <a:srgbClr val="DADADA"/>
        </a:accent4>
        <a:accent5>
          <a:srgbClr val="B8B8CA"/>
        </a:accent5>
        <a:accent6>
          <a:srgbClr val="8A0000"/>
        </a:accent6>
        <a:hlink>
          <a:srgbClr val="99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2">
        <a:dk1>
          <a:srgbClr val="4D4D4D"/>
        </a:dk1>
        <a:lt1>
          <a:srgbClr val="FFFFFF"/>
        </a:lt1>
        <a:dk2>
          <a:srgbClr val="4A1102"/>
        </a:dk2>
        <a:lt2>
          <a:srgbClr val="FFFFFF"/>
        </a:lt2>
        <a:accent1>
          <a:srgbClr val="CC3300"/>
        </a:accent1>
        <a:accent2>
          <a:srgbClr val="666699"/>
        </a:accent2>
        <a:accent3>
          <a:srgbClr val="B1AAAA"/>
        </a:accent3>
        <a:accent4>
          <a:srgbClr val="DADADA"/>
        </a:accent4>
        <a:accent5>
          <a:srgbClr val="E2ADAA"/>
        </a:accent5>
        <a:accent6>
          <a:srgbClr val="5C5C8A"/>
        </a:accent6>
        <a:hlink>
          <a:srgbClr val="FF99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3">
        <a:dk1>
          <a:srgbClr val="666699"/>
        </a:dk1>
        <a:lt1>
          <a:srgbClr val="FFFFFF"/>
        </a:lt1>
        <a:dk2>
          <a:srgbClr val="400040"/>
        </a:dk2>
        <a:lt2>
          <a:srgbClr val="FFFFFF"/>
        </a:lt2>
        <a:accent1>
          <a:srgbClr val="FFCC00"/>
        </a:accent1>
        <a:accent2>
          <a:srgbClr val="FF3300"/>
        </a:accent2>
        <a:accent3>
          <a:srgbClr val="AFAAAF"/>
        </a:accent3>
        <a:accent4>
          <a:srgbClr val="DADADA"/>
        </a:accent4>
        <a:accent5>
          <a:srgbClr val="FFE2AA"/>
        </a:accent5>
        <a:accent6>
          <a:srgbClr val="E72D00"/>
        </a:accent6>
        <a:hlink>
          <a:srgbClr val="CC99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4">
        <a:dk1>
          <a:srgbClr val="4D4D4D"/>
        </a:dk1>
        <a:lt1>
          <a:srgbClr val="FFFFFF"/>
        </a:lt1>
        <a:dk2>
          <a:srgbClr val="006699"/>
        </a:dk2>
        <a:lt2>
          <a:srgbClr val="CCECFF"/>
        </a:lt2>
        <a:accent1>
          <a:srgbClr val="339966"/>
        </a:accent1>
        <a:accent2>
          <a:srgbClr val="3366FF"/>
        </a:accent2>
        <a:accent3>
          <a:srgbClr val="AAB8CA"/>
        </a:accent3>
        <a:accent4>
          <a:srgbClr val="DADADA"/>
        </a:accent4>
        <a:accent5>
          <a:srgbClr val="ADCAB8"/>
        </a:accent5>
        <a:accent6>
          <a:srgbClr val="2D5CE7"/>
        </a:accent6>
        <a:hlink>
          <a:srgbClr val="33CC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fined 5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FF66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ed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3300"/>
        </a:accent1>
        <a:accent2>
          <a:srgbClr val="666699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5C5C8A"/>
        </a:accent6>
        <a:hlink>
          <a:srgbClr val="999900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fined 7">
        <a:dk1>
          <a:srgbClr val="000000"/>
        </a:dk1>
        <a:lt1>
          <a:srgbClr val="FFFFFF"/>
        </a:lt1>
        <a:dk2>
          <a:srgbClr val="000066"/>
        </a:dk2>
        <a:lt2>
          <a:srgbClr val="333399"/>
        </a:lt2>
        <a:accent1>
          <a:srgbClr val="3399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8AE7"/>
        </a:accent6>
        <a:hlink>
          <a:srgbClr val="00CCFF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L7 General PPT Template" id="{91879F38-AFC4-463F-A924-8C48DC8DED7E}" vid="{392C9A02-F8B8-436F-B661-94CEF9A67DC0}"/>
    </a:ext>
  </a:extLst>
</a:theme>
</file>

<file path=ppt/theme/theme3.xml><?xml version="1.0" encoding="utf-8"?>
<a:theme xmlns:a="http://schemas.openxmlformats.org/drawingml/2006/main" name="BFH_PPT_Vorlage_16-9">
  <a:themeElements>
    <a:clrScheme name="BFH RGB">
      <a:dk1>
        <a:sysClr val="windowText" lastClr="000000"/>
      </a:dk1>
      <a:lt1>
        <a:sysClr val="window" lastClr="FFFFFF"/>
      </a:lt1>
      <a:dk2>
        <a:srgbClr val="697D91"/>
      </a:dk2>
      <a:lt2>
        <a:srgbClr val="EEECE1"/>
      </a:lt2>
      <a:accent1>
        <a:srgbClr val="556455"/>
      </a:accent1>
      <a:accent2>
        <a:srgbClr val="8CAF82"/>
      </a:accent2>
      <a:accent3>
        <a:srgbClr val="506E96"/>
      </a:accent3>
      <a:accent4>
        <a:srgbClr val="87B9C8"/>
      </a:accent4>
      <a:accent5>
        <a:srgbClr val="645078"/>
      </a:accent5>
      <a:accent6>
        <a:srgbClr val="A087AA"/>
      </a:accent6>
      <a:hlink>
        <a:srgbClr val="699BBE"/>
      </a:hlink>
      <a:folHlink>
        <a:srgbClr val="B9916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esentation_16-9.potx" id="{6F811350-F210-4D60-891A-0DCA6D5A534F}" vid="{12DD6161-BE3D-455A-A4C9-31E1411DE4C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L7 FHIR Template Education_Webinars 2019" id="{B28E51EB-B8EE-4E4F-A9DA-4571B2AB418A}" vid="{791F76BA-4D7E-8448-BAD3-99E869B32A26}"/>
    </a:ext>
  </a:extLst>
</a:theme>
</file>

<file path=ppt/theme/theme5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QMPilot_DokID xmlns="2551ef7e-3b29-44d1-a8ad-ef34c26bfc60">470</QMPilot_DokID>
    <BfhIntranetDepartmentText xmlns="a324999b-a562-434c-9e36-ccb21447b81e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</TermName>
          <TermId xmlns="http://schemas.microsoft.com/office/infopath/2007/PartnerControls">de1a6d3c-ac6a-4b34-8edd-308eb81066db</TermId>
        </TermInfo>
      </Terms>
    </BfhIntranetDepartmentTex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QMPilot_ContentType" ma:contentTypeID="0x0101009127C3B567804923A8661E062BBD8EF500AB8983C84EF542A7976DC8547A5CDC52001BD440F45714504284DA526949208683" ma:contentTypeVersion="2" ma:contentTypeDescription="Create a new document." ma:contentTypeScope="" ma:versionID="95d96d0e05fc522efab3992e9c437c0b">
  <xsd:schema xmlns:xsd="http://www.w3.org/2001/XMLSchema" xmlns:xs="http://www.w3.org/2001/XMLSchema" xmlns:p="http://schemas.microsoft.com/office/2006/metadata/properties" xmlns:ns2="a324999b-a562-434c-9e36-ccb21447b81e" xmlns:ns3="2551ef7e-3b29-44d1-a8ad-ef34c26bfc60" targetNamespace="http://schemas.microsoft.com/office/2006/metadata/properties" ma:root="true" ma:fieldsID="684ec3e90215676da2dbe90943c797d9" ns2:_="" ns3:_="">
    <xsd:import namespace="a324999b-a562-434c-9e36-ccb21447b81e"/>
    <xsd:import namespace="2551ef7e-3b29-44d1-a8ad-ef34c26bfc60"/>
    <xsd:element name="properties">
      <xsd:complexType>
        <xsd:sequence>
          <xsd:element name="documentManagement">
            <xsd:complexType>
              <xsd:all>
                <xsd:element ref="ns2:BfhIntranetDepartmentText" minOccurs="0"/>
                <xsd:element ref="ns3:QMPilot_Dok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24999b-a562-434c-9e36-ccb21447b81e" elementFormDefault="qualified">
    <xsd:import namespace="http://schemas.microsoft.com/office/2006/documentManagement/types"/>
    <xsd:import namespace="http://schemas.microsoft.com/office/infopath/2007/PartnerControls"/>
    <xsd:element name="BfhIntranetDepartmentText" ma:index="8" ma:taxonomy="true" ma:internalName="BfhIntranetDocumentTypeText" ma:taxonomyFieldName="BfhIntranetDocumentType" ma:displayName="Dokumente" ma:fieldId="{f8359f88-a329-420a-8398-ef3d99cc0ffa}" ma:sspId="db51d986-4054-4caf-a2c9-3203a912c9cc" ma:termSetId="b53f0ae3-1e6d-4244-92c1-70838aa45c6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1ef7e-3b29-44d1-a8ad-ef34c26bfc60" elementFormDefault="qualified">
    <xsd:import namespace="http://schemas.microsoft.com/office/2006/documentManagement/types"/>
    <xsd:import namespace="http://schemas.microsoft.com/office/infopath/2007/PartnerControls"/>
    <xsd:element name="QMPilot_DokID" ma:index="10" nillable="true" ma:displayName="QMPilot_DokID" ma:description="QM-Pilot document identity" ma:internalName="QMPilot_Dok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2542CC-467A-4770-BDA7-ADCFF09F6D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985437-8812-4ABE-89CE-3E49C89E0BF6}">
  <ds:schemaRefs>
    <ds:schemaRef ds:uri="a324999b-a562-434c-9e36-ccb21447b81e"/>
    <ds:schemaRef ds:uri="http://purl.org/dc/elements/1.1/"/>
    <ds:schemaRef ds:uri="2551ef7e-3b29-44d1-a8ad-ef34c26bfc60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C6FB82-A15F-47C0-8C73-E5599F1DA4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24999b-a562-434c-9e36-ccb21447b81e"/>
    <ds:schemaRef ds:uri="2551ef7e-3b29-44d1-a8ad-ef34c26bfc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BFH_PPT_Vorlage_16-9</Template>
  <TotalTime>0</TotalTime>
  <Words>850</Words>
  <Application>Microsoft Office PowerPoint</Application>
  <PresentationFormat>Custom</PresentationFormat>
  <Paragraphs>229</Paragraphs>
  <Slides>8</Slides>
  <Notes>7</Notes>
  <HiddenSlides>5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23" baseType="lpstr">
      <vt:lpstr>MS PGothic</vt:lpstr>
      <vt:lpstr>Arial</vt:lpstr>
      <vt:lpstr>Calibri</vt:lpstr>
      <vt:lpstr>Consolas</vt:lpstr>
      <vt:lpstr>Glober Regular</vt:lpstr>
      <vt:lpstr>Glober xBold</vt:lpstr>
      <vt:lpstr>Lucida Grande</vt:lpstr>
      <vt:lpstr>Lucida Sans</vt:lpstr>
      <vt:lpstr>Times New Roman</vt:lpstr>
      <vt:lpstr>Verdana</vt:lpstr>
      <vt:lpstr>Wingdings</vt:lpstr>
      <vt:lpstr>Office-Design</vt:lpstr>
      <vt:lpstr>HL7 2019</vt:lpstr>
      <vt:lpstr>BFH_PPT_Vorlage_16-9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Michaela Ziegler;Oliver Egger</dc:creator>
  <dc:description> </dc:description>
  <cp:lastModifiedBy>Michaela Ziegler</cp:lastModifiedBy>
  <cp:revision>941</cp:revision>
  <cp:lastPrinted>2023-06-28T11:12:02Z</cp:lastPrinted>
  <dcterms:created xsi:type="dcterms:W3CDTF">2019-05-29T12:15:31Z</dcterms:created>
  <dcterms:modified xsi:type="dcterms:W3CDTF">2025-12-02T11:49:10Z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fhIntranetDocumentType">
    <vt:lpwstr>241;#Vorlage|de1a6d3c-ac6a-4b34-8edd-308eb81066db</vt:lpwstr>
  </property>
  <property fmtid="{D5CDD505-2E9C-101B-9397-08002B2CF9AE}" pid="3" name="ContentTypeId">
    <vt:lpwstr>0x0101009127C3B567804923A8661E062BBD8EF500AB8983C84EF542A7976DC8547A5CDC52001BD440F45714504284DA526949208683</vt:lpwstr>
  </property>
  <property fmtid="{D5CDD505-2E9C-101B-9397-08002B2CF9AE}" pid="4" name="TaxCatchAll">
    <vt:lpwstr>241;#Vorlage|de1a6d3c-ac6a-4b34-8edd-308eb81066db</vt:lpwstr>
  </property>
</Properties>
</file>